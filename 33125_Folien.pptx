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6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8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9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10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11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43" r:id="rId1"/>
    <p:sldMasterId id="2147483765" r:id="rId2"/>
    <p:sldMasterId id="2147483772" r:id="rId3"/>
    <p:sldMasterId id="2147483779" r:id="rId4"/>
    <p:sldMasterId id="2147483785" r:id="rId5"/>
    <p:sldMasterId id="2147483791" r:id="rId6"/>
    <p:sldMasterId id="2147483797" r:id="rId7"/>
    <p:sldMasterId id="2147483803" r:id="rId8"/>
    <p:sldMasterId id="2147483809" r:id="rId9"/>
    <p:sldMasterId id="2147483815" r:id="rId10"/>
    <p:sldMasterId id="2147483821" r:id="rId11"/>
    <p:sldMasterId id="2147483827" r:id="rId12"/>
  </p:sldMasterIdLst>
  <p:notesMasterIdLst>
    <p:notesMasterId r:id="rId110"/>
  </p:notesMasterIdLst>
  <p:handoutMasterIdLst>
    <p:handoutMasterId r:id="rId111"/>
  </p:handoutMasterIdLst>
  <p:sldIdLst>
    <p:sldId id="430" r:id="rId13"/>
    <p:sldId id="431" r:id="rId14"/>
    <p:sldId id="432" r:id="rId15"/>
    <p:sldId id="793" r:id="rId16"/>
    <p:sldId id="600" r:id="rId17"/>
    <p:sldId id="768" r:id="rId18"/>
    <p:sldId id="695" r:id="rId19"/>
    <p:sldId id="686" r:id="rId20"/>
    <p:sldId id="687" r:id="rId21"/>
    <p:sldId id="769" r:id="rId22"/>
    <p:sldId id="778" r:id="rId23"/>
    <p:sldId id="691" r:id="rId24"/>
    <p:sldId id="779" r:id="rId25"/>
    <p:sldId id="698" r:id="rId26"/>
    <p:sldId id="770" r:id="rId27"/>
    <p:sldId id="771" r:id="rId28"/>
    <p:sldId id="767" r:id="rId29"/>
    <p:sldId id="772" r:id="rId30"/>
    <p:sldId id="773" r:id="rId31"/>
    <p:sldId id="774" r:id="rId32"/>
    <p:sldId id="775" r:id="rId33"/>
    <p:sldId id="785" r:id="rId34"/>
    <p:sldId id="786" r:id="rId35"/>
    <p:sldId id="787" r:id="rId36"/>
    <p:sldId id="788" r:id="rId37"/>
    <p:sldId id="789" r:id="rId38"/>
    <p:sldId id="790" r:id="rId39"/>
    <p:sldId id="791" r:id="rId40"/>
    <p:sldId id="738" r:id="rId41"/>
    <p:sldId id="739" r:id="rId42"/>
    <p:sldId id="740" r:id="rId43"/>
    <p:sldId id="757" r:id="rId44"/>
    <p:sldId id="746" r:id="rId45"/>
    <p:sldId id="747" r:id="rId46"/>
    <p:sldId id="748" r:id="rId47"/>
    <p:sldId id="749" r:id="rId48"/>
    <p:sldId id="750" r:id="rId49"/>
    <p:sldId id="751" r:id="rId50"/>
    <p:sldId id="752" r:id="rId51"/>
    <p:sldId id="753" r:id="rId52"/>
    <p:sldId id="754" r:id="rId53"/>
    <p:sldId id="755" r:id="rId54"/>
    <p:sldId id="756" r:id="rId55"/>
    <p:sldId id="743" r:id="rId56"/>
    <p:sldId id="744" r:id="rId57"/>
    <p:sldId id="745" r:id="rId58"/>
    <p:sldId id="783" r:id="rId59"/>
    <p:sldId id="794" r:id="rId60"/>
    <p:sldId id="765" r:id="rId61"/>
    <p:sldId id="766" r:id="rId62"/>
    <p:sldId id="716" r:id="rId63"/>
    <p:sldId id="717" r:id="rId64"/>
    <p:sldId id="776" r:id="rId65"/>
    <p:sldId id="777" r:id="rId66"/>
    <p:sldId id="699" r:id="rId67"/>
    <p:sldId id="700" r:id="rId68"/>
    <p:sldId id="701" r:id="rId69"/>
    <p:sldId id="702" r:id="rId70"/>
    <p:sldId id="703" r:id="rId71"/>
    <p:sldId id="704" r:id="rId72"/>
    <p:sldId id="705" r:id="rId73"/>
    <p:sldId id="706" r:id="rId74"/>
    <p:sldId id="707" r:id="rId75"/>
    <p:sldId id="708" r:id="rId76"/>
    <p:sldId id="710" r:id="rId77"/>
    <p:sldId id="711" r:id="rId78"/>
    <p:sldId id="795" r:id="rId79"/>
    <p:sldId id="712" r:id="rId80"/>
    <p:sldId id="713" r:id="rId81"/>
    <p:sldId id="714" r:id="rId82"/>
    <p:sldId id="758" r:id="rId83"/>
    <p:sldId id="759" r:id="rId84"/>
    <p:sldId id="760" r:id="rId85"/>
    <p:sldId id="761" r:id="rId86"/>
    <p:sldId id="762" r:id="rId87"/>
    <p:sldId id="763" r:id="rId88"/>
    <p:sldId id="764" r:id="rId89"/>
    <p:sldId id="696" r:id="rId90"/>
    <p:sldId id="697" r:id="rId91"/>
    <p:sldId id="654" r:id="rId92"/>
    <p:sldId id="656" r:id="rId93"/>
    <p:sldId id="657" r:id="rId94"/>
    <p:sldId id="663" r:id="rId95"/>
    <p:sldId id="664" r:id="rId96"/>
    <p:sldId id="666" r:id="rId97"/>
    <p:sldId id="667" r:id="rId98"/>
    <p:sldId id="675" r:id="rId99"/>
    <p:sldId id="676" r:id="rId100"/>
    <p:sldId id="677" r:id="rId101"/>
    <p:sldId id="678" r:id="rId102"/>
    <p:sldId id="679" r:id="rId103"/>
    <p:sldId id="681" r:id="rId104"/>
    <p:sldId id="683" r:id="rId105"/>
    <p:sldId id="684" r:id="rId106"/>
    <p:sldId id="685" r:id="rId107"/>
    <p:sldId id="694" r:id="rId108"/>
    <p:sldId id="920" r:id="rId109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68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orient="horz" pos="6285">
          <p15:clr>
            <a:srgbClr val="A4A3A4"/>
          </p15:clr>
        </p15:guide>
        <p15:guide id="3" orient="horz" pos="388">
          <p15:clr>
            <a:srgbClr val="A4A3A4"/>
          </p15:clr>
        </p15:guide>
        <p15:guide id="4" orient="horz" pos="3110">
          <p15:clr>
            <a:srgbClr val="A4A3A4"/>
          </p15:clr>
        </p15:guide>
        <p15:guide id="5" pos="2236">
          <p15:clr>
            <a:srgbClr val="A4A3A4"/>
          </p15:clr>
        </p15:guide>
        <p15:guide id="6" pos="4050">
          <p15:clr>
            <a:srgbClr val="A4A3A4"/>
          </p15:clr>
        </p15:guide>
        <p15:guide id="7" pos="4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0F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3" autoAdjust="0"/>
    <p:restoredTop sz="94648" autoAdjust="0"/>
  </p:normalViewPr>
  <p:slideViewPr>
    <p:cSldViewPr>
      <p:cViewPr varScale="1">
        <p:scale>
          <a:sx n="78" d="100"/>
          <a:sy n="78" d="100"/>
        </p:scale>
        <p:origin x="1051" y="67"/>
      </p:cViewPr>
      <p:guideLst>
        <p:guide orient="horz" pos="2160"/>
        <p:guide orient="horz" pos="368"/>
        <p:guide orient="horz" pos="4110"/>
        <p:guide pos="384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0" d="100"/>
          <a:sy n="50" d="100"/>
        </p:scale>
        <p:origin x="-1740" y="-72"/>
      </p:cViewPr>
      <p:guideLst>
        <p:guide orient="horz" pos="3223"/>
        <p:guide orient="horz" pos="6285"/>
        <p:guide orient="horz" pos="388"/>
        <p:guide orient="horz" pos="3110"/>
        <p:guide pos="2236"/>
        <p:guide pos="4050"/>
        <p:guide pos="4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84" Type="http://schemas.openxmlformats.org/officeDocument/2006/relationships/slide" Target="slides/slide72.xml"/><Relationship Id="rId89" Type="http://schemas.openxmlformats.org/officeDocument/2006/relationships/slide" Target="slides/slide77.xml"/><Relationship Id="rId112" Type="http://schemas.openxmlformats.org/officeDocument/2006/relationships/presProps" Target="presProps.xml"/><Relationship Id="rId16" Type="http://schemas.openxmlformats.org/officeDocument/2006/relationships/slide" Target="slides/slide4.xml"/><Relationship Id="rId107" Type="http://schemas.openxmlformats.org/officeDocument/2006/relationships/slide" Target="slides/slide95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74" Type="http://schemas.openxmlformats.org/officeDocument/2006/relationships/slide" Target="slides/slide62.xml"/><Relationship Id="rId79" Type="http://schemas.openxmlformats.org/officeDocument/2006/relationships/slide" Target="slides/slide67.xml"/><Relationship Id="rId102" Type="http://schemas.openxmlformats.org/officeDocument/2006/relationships/slide" Target="slides/slide90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8.xml"/><Relationship Id="rId95" Type="http://schemas.openxmlformats.org/officeDocument/2006/relationships/slide" Target="slides/slide83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113" Type="http://schemas.openxmlformats.org/officeDocument/2006/relationships/viewProps" Target="viewProps.xml"/><Relationship Id="rId80" Type="http://schemas.openxmlformats.org/officeDocument/2006/relationships/slide" Target="slides/slide68.xml"/><Relationship Id="rId85" Type="http://schemas.openxmlformats.org/officeDocument/2006/relationships/slide" Target="slides/slide7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59" Type="http://schemas.openxmlformats.org/officeDocument/2006/relationships/slide" Target="slides/slide47.xml"/><Relationship Id="rId103" Type="http://schemas.openxmlformats.org/officeDocument/2006/relationships/slide" Target="slides/slide91.xml"/><Relationship Id="rId108" Type="http://schemas.openxmlformats.org/officeDocument/2006/relationships/slide" Target="slides/slide96.xml"/><Relationship Id="rId54" Type="http://schemas.openxmlformats.org/officeDocument/2006/relationships/slide" Target="slides/slide42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91" Type="http://schemas.openxmlformats.org/officeDocument/2006/relationships/slide" Target="slides/slide79.xml"/><Relationship Id="rId96" Type="http://schemas.openxmlformats.org/officeDocument/2006/relationships/slide" Target="slides/slide8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Relationship Id="rId106" Type="http://schemas.openxmlformats.org/officeDocument/2006/relationships/slide" Target="slides/slide94.xml"/><Relationship Id="rId114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slide" Target="slides/slide61.xml"/><Relationship Id="rId78" Type="http://schemas.openxmlformats.org/officeDocument/2006/relationships/slide" Target="slides/slide66.xml"/><Relationship Id="rId81" Type="http://schemas.openxmlformats.org/officeDocument/2006/relationships/slide" Target="slides/slide69.xml"/><Relationship Id="rId86" Type="http://schemas.openxmlformats.org/officeDocument/2006/relationships/slide" Target="slides/slide74.xml"/><Relationship Id="rId94" Type="http://schemas.openxmlformats.org/officeDocument/2006/relationships/slide" Target="slides/slide82.xml"/><Relationship Id="rId99" Type="http://schemas.openxmlformats.org/officeDocument/2006/relationships/slide" Target="slides/slide87.xml"/><Relationship Id="rId101" Type="http://schemas.openxmlformats.org/officeDocument/2006/relationships/slide" Target="slides/slide8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109" Type="http://schemas.openxmlformats.org/officeDocument/2006/relationships/slide" Target="slides/slide9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openxmlformats.org/officeDocument/2006/relationships/slide" Target="slides/slide64.xml"/><Relationship Id="rId97" Type="http://schemas.openxmlformats.org/officeDocument/2006/relationships/slide" Target="slides/slide85.xml"/><Relationship Id="rId104" Type="http://schemas.openxmlformats.org/officeDocument/2006/relationships/slide" Target="slides/slide92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9.xml"/><Relationship Id="rId92" Type="http://schemas.openxmlformats.org/officeDocument/2006/relationships/slide" Target="slides/slide8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4" Type="http://schemas.openxmlformats.org/officeDocument/2006/relationships/slide" Target="slides/slide12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66" Type="http://schemas.openxmlformats.org/officeDocument/2006/relationships/slide" Target="slides/slide54.xml"/><Relationship Id="rId87" Type="http://schemas.openxmlformats.org/officeDocument/2006/relationships/slide" Target="slides/slide75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61" Type="http://schemas.openxmlformats.org/officeDocument/2006/relationships/slide" Target="slides/slide49.xml"/><Relationship Id="rId82" Type="http://schemas.openxmlformats.org/officeDocument/2006/relationships/slide" Target="slides/slide70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56" Type="http://schemas.openxmlformats.org/officeDocument/2006/relationships/slide" Target="slides/slide44.xml"/><Relationship Id="rId77" Type="http://schemas.openxmlformats.org/officeDocument/2006/relationships/slide" Target="slides/slide65.xml"/><Relationship Id="rId100" Type="http://schemas.openxmlformats.org/officeDocument/2006/relationships/slide" Target="slides/slide88.xml"/><Relationship Id="rId105" Type="http://schemas.openxmlformats.org/officeDocument/2006/relationships/slide" Target="slides/slide93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93" Type="http://schemas.openxmlformats.org/officeDocument/2006/relationships/slide" Target="slides/slide81.xml"/><Relationship Id="rId98" Type="http://schemas.openxmlformats.org/officeDocument/2006/relationships/slide" Target="slides/slide8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3.xml"/><Relationship Id="rId46" Type="http://schemas.openxmlformats.org/officeDocument/2006/relationships/slide" Target="slides/slide34.xml"/><Relationship Id="rId67" Type="http://schemas.openxmlformats.org/officeDocument/2006/relationships/slide" Target="slides/slide55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62" Type="http://schemas.openxmlformats.org/officeDocument/2006/relationships/slide" Target="slides/slide50.xml"/><Relationship Id="rId83" Type="http://schemas.openxmlformats.org/officeDocument/2006/relationships/slide" Target="slides/slide71.xml"/><Relationship Id="rId88" Type="http://schemas.openxmlformats.org/officeDocument/2006/relationships/slide" Target="slides/slide76.xml"/><Relationship Id="rId11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7B633-DCFA-4446-A6FE-3C010DE6BA19}" type="datetimeFigureOut">
              <a:rPr lang="de-DE" smtClean="0"/>
              <a:t>09.12.2025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5184, 1.0.0315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FBC98-2CF5-4C89-8868-12D71A9845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3720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44565" y="143099"/>
            <a:ext cx="5826125" cy="293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60" tIns="47380" rIns="94760" bIns="47380" numCol="1" anchor="t" anchorCtr="0" compatLnSpc="1">
            <a:prstTxWarp prst="textNoShape">
              <a:avLst/>
            </a:prstTxWarp>
          </a:bodyPr>
          <a:lstStyle>
            <a:lvl1pPr algn="ctr" defTabSz="947738">
              <a:spcBef>
                <a:spcPct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3" name="Rectangle 59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63525" y="617538"/>
            <a:ext cx="7612063" cy="4283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4" name="Rectangle 67"/>
          <p:cNvSpPr>
            <a:spLocks noChangeArrowheads="1"/>
          </p:cNvSpPr>
          <p:nvPr/>
        </p:nvSpPr>
        <p:spPr bwMode="auto">
          <a:xfrm>
            <a:off x="663615" y="9862529"/>
            <a:ext cx="1973263" cy="18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defTabSz="947738">
              <a:spcBef>
                <a:spcPct val="0"/>
              </a:spcBef>
            </a:pPr>
            <a:r>
              <a:rPr lang="de-DE" sz="800" b="0" dirty="0">
                <a:solidFill>
                  <a:schemeClr val="tx1"/>
                </a:solidFill>
              </a:rPr>
              <a:t>5184,</a:t>
            </a:r>
            <a:r>
              <a:rPr lang="de-DE" sz="800" b="0" baseline="0" dirty="0">
                <a:solidFill>
                  <a:schemeClr val="tx1"/>
                </a:solidFill>
              </a:rPr>
              <a:t> </a:t>
            </a:r>
            <a:r>
              <a:rPr lang="de-DE" sz="800" b="0" dirty="0">
                <a:solidFill>
                  <a:schemeClr val="tx1"/>
                </a:solidFill>
              </a:rPr>
              <a:t>1.0,</a:t>
            </a:r>
            <a:r>
              <a:rPr lang="de-DE" sz="800" b="0" baseline="0" dirty="0">
                <a:solidFill>
                  <a:schemeClr val="tx1"/>
                </a:solidFill>
              </a:rPr>
              <a:t> </a:t>
            </a:r>
            <a:r>
              <a:rPr lang="de-DE" sz="800" b="0" dirty="0">
                <a:solidFill>
                  <a:schemeClr val="tx1"/>
                </a:solidFill>
              </a:rPr>
              <a:t>03-2015</a:t>
            </a:r>
          </a:p>
        </p:txBody>
      </p:sp>
      <p:sp>
        <p:nvSpPr>
          <p:cNvPr id="15" name="Rectangle 68"/>
          <p:cNvSpPr>
            <a:spLocks noChangeArrowheads="1"/>
          </p:cNvSpPr>
          <p:nvPr/>
        </p:nvSpPr>
        <p:spPr bwMode="auto">
          <a:xfrm>
            <a:off x="4431308" y="9862529"/>
            <a:ext cx="1998662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r" defTabSz="947738">
              <a:spcBef>
                <a:spcPct val="0"/>
              </a:spcBef>
            </a:pPr>
            <a:r>
              <a:rPr lang="de-DE" sz="800" b="0" dirty="0">
                <a:solidFill>
                  <a:schemeClr val="tx1"/>
                </a:solidFill>
              </a:rPr>
              <a:t>Seite </a:t>
            </a:r>
            <a:fld id="{3B391209-ED31-4840-9334-7FBB2F26E40E}" type="slidenum">
              <a:rPr lang="de-DE" sz="800" b="0" smtClean="0">
                <a:solidFill>
                  <a:schemeClr val="tx1"/>
                </a:solidFill>
              </a:rPr>
              <a:pPr algn="r" defTabSz="947738">
                <a:spcBef>
                  <a:spcPct val="0"/>
                </a:spcBef>
              </a:pPr>
              <a:t>‹Nr.›</a:t>
            </a:fld>
            <a:endParaRPr lang="de-DE" sz="800" b="0" dirty="0">
              <a:solidFill>
                <a:schemeClr val="tx1"/>
              </a:solidFill>
            </a:endParaRPr>
          </a:p>
        </p:txBody>
      </p:sp>
      <p:sp>
        <p:nvSpPr>
          <p:cNvPr id="16" name="Text Box 69"/>
          <p:cNvSpPr txBox="1">
            <a:spLocks noChangeArrowheads="1"/>
          </p:cNvSpPr>
          <p:nvPr/>
        </p:nvSpPr>
        <p:spPr bwMode="auto">
          <a:xfrm>
            <a:off x="3144844" y="9862529"/>
            <a:ext cx="842962" cy="15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 defTabSz="947738"/>
            <a:r>
              <a:rPr lang="de-DE" sz="1000" b="0" dirty="0">
                <a:solidFill>
                  <a:schemeClr val="tx1"/>
                </a:solidFill>
              </a:rPr>
              <a:t>© Integrata AG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622972" y="5405338"/>
            <a:ext cx="321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0" u="none" dirty="0">
                <a:solidFill>
                  <a:schemeClr val="tx1"/>
                </a:solidFill>
              </a:rPr>
              <a:t>Ihre Notizen:</a:t>
            </a:r>
          </a:p>
        </p:txBody>
      </p:sp>
    </p:spTree>
    <p:extLst>
      <p:ext uri="{BB962C8B-B14F-4D97-AF65-F5344CB8AC3E}">
        <p14:creationId xmlns:p14="http://schemas.microsoft.com/office/powerpoint/2010/main" val="109445735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979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871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0605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2F938AD0-F3E3-4E5D-9951-BAB7230EDC5C}" type="slidenum">
              <a:rPr lang="de-DE"/>
              <a:pPr/>
              <a:t>29</a:t>
            </a:fld>
            <a:endParaRPr lang="de-DE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858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F1A9C7CE-F988-4960-BBCF-87B745A55C7B}" type="slidenum">
              <a:rPr lang="de-DE"/>
              <a:pPr/>
              <a:t>30</a:t>
            </a:fld>
            <a:endParaRPr lang="de-DE"/>
          </a:p>
        </p:txBody>
      </p:sp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9643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FDE510A3-439C-41E6-9D26-665AE9D7B1B7}" type="slidenum">
              <a:rPr lang="de-DE"/>
              <a:pPr/>
              <a:t>31</a:t>
            </a:fld>
            <a:endParaRPr lang="de-DE"/>
          </a:p>
        </p:txBody>
      </p:sp>
      <p:sp>
        <p:nvSpPr>
          <p:cNvPr id="41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113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DB81E886-8AAD-4BFF-A98D-65CBDE8389E8}" type="slidenum">
              <a:rPr lang="de-DE"/>
              <a:pPr/>
              <a:t>32</a:t>
            </a:fld>
            <a:endParaRPr lang="de-DE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650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E8C14954-4676-4C00-8601-DB43C2B32122}" type="slidenum">
              <a:rPr lang="de-DE"/>
              <a:pPr/>
              <a:t>33</a:t>
            </a:fld>
            <a:endParaRPr lang="de-DE"/>
          </a:p>
        </p:txBody>
      </p:sp>
      <p:sp>
        <p:nvSpPr>
          <p:cNvPr id="43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588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C7B66FAC-4D20-498E-B22B-4B9CE02A4F5F}" type="slidenum">
              <a:rPr lang="de-DE"/>
              <a:pPr/>
              <a:t>34</a:t>
            </a:fld>
            <a:endParaRPr lang="de-DE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8313" cy="3835400"/>
          </a:xfrm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78487" cy="46037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92" tIns="49676" rIns="98992" bIns="49676"/>
          <a:lstStyle/>
          <a:p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02194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0B2F158E-506F-4194-9CF0-79D43EA4F4EB}" type="slidenum">
              <a:rPr lang="de-DE"/>
              <a:pPr/>
              <a:t>35</a:t>
            </a:fld>
            <a:endParaRPr lang="de-DE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996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AEBF6986-12B2-4524-A824-DF671EC7CFD2}" type="slidenum">
              <a:rPr lang="de-DE"/>
              <a:pPr/>
              <a:t>36</a:t>
            </a:fld>
            <a:endParaRPr lang="de-DE"/>
          </a:p>
        </p:txBody>
      </p:sp>
      <p:sp>
        <p:nvSpPr>
          <p:cNvPr id="42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5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8970E3DD-B878-480B-83E8-4D375DB0A4BA}" type="slidenum">
              <a:rPr lang="de-DE"/>
              <a:pPr/>
              <a:t>37</a:t>
            </a:fld>
            <a:endParaRPr lang="de-DE"/>
          </a:p>
        </p:txBody>
      </p:sp>
      <p:sp>
        <p:nvSpPr>
          <p:cNvPr id="42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190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F52ABDB9-36E5-4190-851D-2757061BE724}" type="slidenum">
              <a:rPr lang="de-DE"/>
              <a:pPr/>
              <a:t>38</a:t>
            </a:fld>
            <a:endParaRPr lang="de-DE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046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131DE0D1-5E86-4237-967A-313F79C0C0FF}" type="slidenum">
              <a:rPr lang="de-DE"/>
              <a:pPr/>
              <a:t>39</a:t>
            </a:fld>
            <a:endParaRPr lang="de-DE"/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8991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2CB08FF0-2A89-42FE-9668-53B3B2B33F1C}" type="slidenum">
              <a:rPr lang="de-DE"/>
              <a:pPr/>
              <a:t>40</a:t>
            </a:fld>
            <a:endParaRPr lang="de-DE"/>
          </a:p>
        </p:txBody>
      </p:sp>
      <p:sp>
        <p:nvSpPr>
          <p:cNvPr id="42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755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706077D7-7C9E-439F-B65D-F95C5AF2276A}" type="slidenum">
              <a:rPr lang="de-DE"/>
              <a:pPr/>
              <a:t>41</a:t>
            </a:fld>
            <a:endParaRPr lang="de-DE"/>
          </a:p>
        </p:txBody>
      </p:sp>
      <p:sp>
        <p:nvSpPr>
          <p:cNvPr id="42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653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27DB73C6-DEB5-4EB7-9C88-EE867F06F534}" type="slidenum">
              <a:rPr lang="de-DE"/>
              <a:pPr/>
              <a:t>42</a:t>
            </a:fld>
            <a:endParaRPr lang="de-DE"/>
          </a:p>
        </p:txBody>
      </p:sp>
      <p:sp>
        <p:nvSpPr>
          <p:cNvPr id="421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972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08B4A4F7-C8B0-480B-BEB6-2EED412B7C97}" type="slidenum">
              <a:rPr lang="de-DE"/>
              <a:pPr/>
              <a:t>43</a:t>
            </a:fld>
            <a:endParaRPr lang="de-DE"/>
          </a:p>
        </p:txBody>
      </p:sp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455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912BBDD1-2CB7-481F-8CFA-4BD836FE1D3C}" type="slidenum">
              <a:rPr lang="de-DE"/>
              <a:pPr/>
              <a:t>44</a:t>
            </a:fld>
            <a:endParaRPr lang="de-DE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664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31D20C4E-6370-4E05-8D2A-2FD281CB7642}" type="slidenum">
              <a:rPr lang="de-DE"/>
              <a:pPr/>
              <a:t>45</a:t>
            </a:fld>
            <a:endParaRPr lang="de-DE"/>
          </a:p>
        </p:txBody>
      </p:sp>
      <p:sp>
        <p:nvSpPr>
          <p:cNvPr id="40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892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60EBBAA3-996A-48F2-9B0D-429F18AC60C0}" type="slidenum">
              <a:rPr lang="de-DE"/>
              <a:pPr/>
              <a:t>46</a:t>
            </a:fld>
            <a:endParaRPr lang="de-DE"/>
          </a:p>
        </p:txBody>
      </p:sp>
      <p:sp>
        <p:nvSpPr>
          <p:cNvPr id="405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220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jpe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6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4.svg"/><Relationship Id="rId4" Type="http://schemas.openxmlformats.org/officeDocument/2006/relationships/image" Target="../media/image7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svg"/><Relationship Id="rId2" Type="http://schemas.openxmlformats.org/officeDocument/2006/relationships/image" Target="../media/image9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95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97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95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svg"/><Relationship Id="rId2" Type="http://schemas.openxmlformats.org/officeDocument/2006/relationships/image" Target="../media/image117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svg"/><Relationship Id="rId2" Type="http://schemas.openxmlformats.org/officeDocument/2006/relationships/image" Target="../media/image119.png"/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svg"/><Relationship Id="rId2" Type="http://schemas.openxmlformats.org/officeDocument/2006/relationships/image" Target="../media/image121.png"/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svg"/><Relationship Id="rId2" Type="http://schemas.openxmlformats.org/officeDocument/2006/relationships/image" Target="../media/image119.pn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svg"/><Relationship Id="rId2" Type="http://schemas.openxmlformats.org/officeDocument/2006/relationships/image" Target="../media/image129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7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svg"/><Relationship Id="rId2" Type="http://schemas.openxmlformats.org/officeDocument/2006/relationships/image" Target="../media/image131.png"/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svg"/><Relationship Id="rId2" Type="http://schemas.openxmlformats.org/officeDocument/2006/relationships/image" Target="../media/image133.png"/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svg"/><Relationship Id="rId2" Type="http://schemas.openxmlformats.org/officeDocument/2006/relationships/image" Target="../media/image131.png"/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svg"/><Relationship Id="rId2" Type="http://schemas.openxmlformats.org/officeDocument/2006/relationships/image" Target="../media/image141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7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svg"/><Relationship Id="rId2" Type="http://schemas.openxmlformats.org/officeDocument/2006/relationships/image" Target="../media/image143.pn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svg"/><Relationship Id="rId2" Type="http://schemas.openxmlformats.org/officeDocument/2006/relationships/image" Target="../media/image145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svg"/><Relationship Id="rId2" Type="http://schemas.openxmlformats.org/officeDocument/2006/relationships/image" Target="../media/image143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svg"/><Relationship Id="rId2" Type="http://schemas.openxmlformats.org/officeDocument/2006/relationships/image" Target="../media/image149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svg"/><Relationship Id="rId2" Type="http://schemas.openxmlformats.org/officeDocument/2006/relationships/image" Target="../media/image151.pn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svg"/><Relationship Id="rId2" Type="http://schemas.openxmlformats.org/officeDocument/2006/relationships/image" Target="../media/image153.pn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svg"/><Relationship Id="rId2" Type="http://schemas.openxmlformats.org/officeDocument/2006/relationships/image" Target="../media/image151.pn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svg"/><Relationship Id="rId2" Type="http://schemas.openxmlformats.org/officeDocument/2006/relationships/image" Target="../media/image157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7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svg"/><Relationship Id="rId2" Type="http://schemas.openxmlformats.org/officeDocument/2006/relationships/image" Target="../media/image159.png"/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svg"/><Relationship Id="rId2" Type="http://schemas.openxmlformats.org/officeDocument/2006/relationships/image" Target="../media/image161.png"/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svg"/><Relationship Id="rId2" Type="http://schemas.openxmlformats.org/officeDocument/2006/relationships/image" Target="../media/image159.png"/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7.pn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hyperlink" Target="https://www.cegos-integrata.de/disclaimer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2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slide" Target="../slides/slide38.xml"/><Relationship Id="rId13" Type="http://schemas.openxmlformats.org/officeDocument/2006/relationships/slide" Target="../slides/slide63.xml"/><Relationship Id="rId3" Type="http://schemas.openxmlformats.org/officeDocument/2006/relationships/slide" Target="../slides/slide11.xml"/><Relationship Id="rId7" Type="http://schemas.openxmlformats.org/officeDocument/2006/relationships/slide" Target="../slides/slide33.xml"/><Relationship Id="rId12" Type="http://schemas.openxmlformats.org/officeDocument/2006/relationships/slide" Target="../slides/slide58.xml"/><Relationship Id="rId2" Type="http://schemas.openxmlformats.org/officeDocument/2006/relationships/image" Target="../media/image18.jpeg"/><Relationship Id="rId16" Type="http://schemas.openxmlformats.org/officeDocument/2006/relationships/slide" Target="../slides/slide80.xml"/><Relationship Id="rId1" Type="http://schemas.openxmlformats.org/officeDocument/2006/relationships/slideMaster" Target="../slideMasters/slideMaster12.xml"/><Relationship Id="rId6" Type="http://schemas.openxmlformats.org/officeDocument/2006/relationships/slide" Target="../slides/slide28.xml"/><Relationship Id="rId11" Type="http://schemas.openxmlformats.org/officeDocument/2006/relationships/slide" Target="../slides/slide53.xml"/><Relationship Id="rId5" Type="http://schemas.openxmlformats.org/officeDocument/2006/relationships/slide" Target="../slides/slide23.xml"/><Relationship Id="rId15" Type="http://schemas.openxmlformats.org/officeDocument/2006/relationships/slide" Target="../slides/slide75.xml"/><Relationship Id="rId10" Type="http://schemas.openxmlformats.org/officeDocument/2006/relationships/slide" Target="../slides/slide48.xml"/><Relationship Id="rId4" Type="http://schemas.openxmlformats.org/officeDocument/2006/relationships/slide" Target="../slides/slide17.xml"/><Relationship Id="rId9" Type="http://schemas.openxmlformats.org/officeDocument/2006/relationships/slide" Target="../slides/slide43.xml"/><Relationship Id="rId14" Type="http://schemas.openxmlformats.org/officeDocument/2006/relationships/slide" Target="../slides/slide69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slide" Target="../slides/slide38.xml"/><Relationship Id="rId3" Type="http://schemas.openxmlformats.org/officeDocument/2006/relationships/slide" Target="../slides/slide11.xml"/><Relationship Id="rId7" Type="http://schemas.openxmlformats.org/officeDocument/2006/relationships/slide" Target="../slides/slide33.xml"/><Relationship Id="rId12" Type="http://schemas.openxmlformats.org/officeDocument/2006/relationships/slide" Target="../slides/slide58.xm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2.xml"/><Relationship Id="rId6" Type="http://schemas.openxmlformats.org/officeDocument/2006/relationships/slide" Target="../slides/slide28.xml"/><Relationship Id="rId11" Type="http://schemas.openxmlformats.org/officeDocument/2006/relationships/slide" Target="../slides/slide53.xml"/><Relationship Id="rId5" Type="http://schemas.openxmlformats.org/officeDocument/2006/relationships/slide" Target="../slides/slide23.xml"/><Relationship Id="rId10" Type="http://schemas.openxmlformats.org/officeDocument/2006/relationships/slide" Target="../slides/slide48.xml"/><Relationship Id="rId4" Type="http://schemas.openxmlformats.org/officeDocument/2006/relationships/slide" Target="../slides/slide17.xml"/><Relationship Id="rId9" Type="http://schemas.openxmlformats.org/officeDocument/2006/relationships/slide" Target="../slides/slide43.xml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slide" Target="../slides/slide38.xml"/><Relationship Id="rId3" Type="http://schemas.openxmlformats.org/officeDocument/2006/relationships/slide" Target="../slides/slide11.xml"/><Relationship Id="rId7" Type="http://schemas.openxmlformats.org/officeDocument/2006/relationships/slide" Target="../slides/slide33.xm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2.xml"/><Relationship Id="rId6" Type="http://schemas.openxmlformats.org/officeDocument/2006/relationships/slide" Target="../slides/slide28.xml"/><Relationship Id="rId5" Type="http://schemas.openxmlformats.org/officeDocument/2006/relationships/slide" Target="../slides/slide23.xml"/><Relationship Id="rId10" Type="http://schemas.openxmlformats.org/officeDocument/2006/relationships/slide" Target="../slides/slide48.xml"/><Relationship Id="rId4" Type="http://schemas.openxmlformats.org/officeDocument/2006/relationships/slide" Target="../slides/slide17.xml"/><Relationship Id="rId9" Type="http://schemas.openxmlformats.org/officeDocument/2006/relationships/slide" Target="../slides/slide43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8.xml"/><Relationship Id="rId3" Type="http://schemas.openxmlformats.org/officeDocument/2006/relationships/image" Target="../media/image164.svg"/><Relationship Id="rId7" Type="http://schemas.openxmlformats.org/officeDocument/2006/relationships/slide" Target="../slides/slide23.xml"/><Relationship Id="rId2" Type="http://schemas.openxmlformats.org/officeDocument/2006/relationships/image" Target="../media/image163.png"/><Relationship Id="rId1" Type="http://schemas.openxmlformats.org/officeDocument/2006/relationships/slideMaster" Target="../slideMasters/slideMaster12.xml"/><Relationship Id="rId6" Type="http://schemas.openxmlformats.org/officeDocument/2006/relationships/slide" Target="../slides/slide17.xml"/><Relationship Id="rId5" Type="http://schemas.openxmlformats.org/officeDocument/2006/relationships/slide" Target="../slides/slide11.xml"/><Relationship Id="rId10" Type="http://schemas.openxmlformats.org/officeDocument/2006/relationships/slide" Target="../slides/slide38.xml"/><Relationship Id="rId4" Type="http://schemas.openxmlformats.org/officeDocument/2006/relationships/image" Target="../media/image21.jpeg"/><Relationship Id="rId9" Type="http://schemas.openxmlformats.org/officeDocument/2006/relationships/slide" Target="../slides/slide33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7.xml"/><Relationship Id="rId3" Type="http://schemas.openxmlformats.org/officeDocument/2006/relationships/image" Target="../media/image166.svg"/><Relationship Id="rId7" Type="http://schemas.openxmlformats.org/officeDocument/2006/relationships/slide" Target="../slides/slide28.xml"/><Relationship Id="rId2" Type="http://schemas.openxmlformats.org/officeDocument/2006/relationships/image" Target="../media/image165.png"/><Relationship Id="rId1" Type="http://schemas.openxmlformats.org/officeDocument/2006/relationships/slideMaster" Target="../slideMasters/slideMaster12.xml"/><Relationship Id="rId6" Type="http://schemas.openxmlformats.org/officeDocument/2006/relationships/slide" Target="../slides/slide23.xml"/><Relationship Id="rId5" Type="http://schemas.openxmlformats.org/officeDocument/2006/relationships/slide" Target="../slides/slide11.xml"/><Relationship Id="rId4" Type="http://schemas.openxmlformats.org/officeDocument/2006/relationships/image" Target="../media/image22.jpeg"/><Relationship Id="rId9" Type="http://schemas.openxmlformats.org/officeDocument/2006/relationships/slide" Target="../slides/slide33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8.xml"/><Relationship Id="rId3" Type="http://schemas.openxmlformats.org/officeDocument/2006/relationships/image" Target="../media/image168.svg"/><Relationship Id="rId7" Type="http://schemas.openxmlformats.org/officeDocument/2006/relationships/slide" Target="../slides/slide23.xml"/><Relationship Id="rId2" Type="http://schemas.openxmlformats.org/officeDocument/2006/relationships/image" Target="../media/image167.png"/><Relationship Id="rId1" Type="http://schemas.openxmlformats.org/officeDocument/2006/relationships/slideMaster" Target="../slideMasters/slideMaster12.xml"/><Relationship Id="rId6" Type="http://schemas.openxmlformats.org/officeDocument/2006/relationships/slide" Target="../slides/slide17.xml"/><Relationship Id="rId5" Type="http://schemas.openxmlformats.org/officeDocument/2006/relationships/slide" Target="../slides/slide11.xml"/><Relationship Id="rId4" Type="http://schemas.openxmlformats.org/officeDocument/2006/relationships/image" Target="../media/image21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svg"/><Relationship Id="rId7" Type="http://schemas.openxmlformats.org/officeDocument/2006/relationships/slide" Target="../slides/slide23.xml"/><Relationship Id="rId2" Type="http://schemas.openxmlformats.org/officeDocument/2006/relationships/image" Target="../media/image169.png"/><Relationship Id="rId1" Type="http://schemas.openxmlformats.org/officeDocument/2006/relationships/slideMaster" Target="../slideMasters/slideMaster12.xml"/><Relationship Id="rId6" Type="http://schemas.openxmlformats.org/officeDocument/2006/relationships/slide" Target="../slides/slide17.xml"/><Relationship Id="rId5" Type="http://schemas.openxmlformats.org/officeDocument/2006/relationships/slide" Target="../slides/slide11.xml"/><Relationship Id="rId4" Type="http://schemas.openxmlformats.org/officeDocument/2006/relationships/image" Target="../media/image21.jpe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egos-integrata.de/disclaimer" TargetMode="External"/><Relationship Id="rId3" Type="http://schemas.openxmlformats.org/officeDocument/2006/relationships/image" Target="../media/image171.png"/><Relationship Id="rId7" Type="http://schemas.openxmlformats.org/officeDocument/2006/relationships/image" Target="../media/image34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174.svg"/><Relationship Id="rId5" Type="http://schemas.openxmlformats.org/officeDocument/2006/relationships/image" Target="../media/image173.png"/><Relationship Id="rId4" Type="http://schemas.openxmlformats.org/officeDocument/2006/relationships/image" Target="../media/image172.sv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egos-integrata.de/disclaimer" TargetMode="External"/><Relationship Id="rId3" Type="http://schemas.openxmlformats.org/officeDocument/2006/relationships/image" Target="../media/image171.png"/><Relationship Id="rId7" Type="http://schemas.openxmlformats.org/officeDocument/2006/relationships/image" Target="../media/image36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174.svg"/><Relationship Id="rId5" Type="http://schemas.openxmlformats.org/officeDocument/2006/relationships/image" Target="../media/image173.png"/><Relationship Id="rId4" Type="http://schemas.openxmlformats.org/officeDocument/2006/relationships/image" Target="../media/image172.sv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_Couverture">
    <p:bg>
      <p:bgPr>
        <a:solidFill>
          <a:srgbClr val="620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67D1BFCA-8B18-425F-C60C-E937E1BB58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293" t="1" r="5001" b="17718"/>
          <a:stretch/>
        </p:blipFill>
        <p:spPr>
          <a:xfrm>
            <a:off x="2804528" y="4426926"/>
            <a:ext cx="2981649" cy="2431074"/>
          </a:xfrm>
          <a:prstGeom prst="rect">
            <a:avLst/>
          </a:prstGeom>
        </p:spPr>
      </p:pic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39440EBF-6E90-7AF1-EE09-6564F2949B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205" y="490427"/>
            <a:ext cx="6096795" cy="587715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03380" y="2091171"/>
            <a:ext cx="4982795" cy="1930974"/>
          </a:xfrm>
        </p:spPr>
        <p:txBody>
          <a:bodyPr lIns="0" tIns="72000" bIns="72000" anchor="ctr" anchorCtr="0">
            <a:normAutofit/>
          </a:bodyPr>
          <a:lstStyle>
            <a:lvl1pPr>
              <a:defRPr sz="3299" b="1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Titel</a:t>
            </a:r>
            <a:endParaRPr lang="fr-FR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03380" y="4022145"/>
            <a:ext cx="4982795" cy="562108"/>
          </a:xfrm>
          <a:prstGeom prst="rect">
            <a:avLst/>
          </a:prstGeom>
          <a:noFill/>
        </p:spPr>
        <p:txBody>
          <a:bodyPr lIns="0" tIns="108000" rIns="0" bIns="144000" anchor="t" anchorCtr="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500">
                <a:solidFill>
                  <a:schemeClr val="bg1"/>
                </a:solidFill>
              </a:defRPr>
            </a:lvl1pPr>
          </a:lstStyle>
          <a:p>
            <a:r>
              <a:rPr lang="fr-FR" dirty="0" err="1"/>
              <a:t>Untertitel</a:t>
            </a:r>
            <a:endParaRPr lang="fr-FR" dirty="0"/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4A0B90-24EB-33E0-8D85-470A280297C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379" y="697585"/>
            <a:ext cx="1811036" cy="105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34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Cha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70" userDrawn="1">
          <p15:clr>
            <a:srgbClr val="FBAE40"/>
          </p15:clr>
        </p15:guide>
        <p15:guide id="3" orient="horz" pos="2796" userDrawn="1">
          <p15:clr>
            <a:srgbClr val="FBAE40"/>
          </p15:clr>
        </p15:guide>
        <p15:guide id="4" pos="675" userDrawn="1">
          <p15:clr>
            <a:srgbClr val="FBAE40"/>
          </p15:clr>
        </p15:guide>
        <p15:guide id="5" pos="968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navia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22D11902-FD5F-914E-A490-642BC1B54806}"/>
              </a:ext>
            </a:extLst>
          </p:cNvPr>
          <p:cNvGrpSpPr/>
          <p:nvPr/>
        </p:nvGrpSpPr>
        <p:grpSpPr>
          <a:xfrm>
            <a:off x="-1" y="-15236"/>
            <a:ext cx="12214868" cy="6873235"/>
            <a:chOff x="-1" y="-15240"/>
            <a:chExt cx="12213278" cy="687482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7613B49-8D28-C304-C90E-0F88193B2E0B}"/>
                </a:ext>
              </a:extLst>
            </p:cNvPr>
            <p:cNvSpPr/>
            <p:nvPr userDrawn="1"/>
          </p:nvSpPr>
          <p:spPr>
            <a:xfrm>
              <a:off x="6111277" y="6968"/>
              <a:ext cx="6102000" cy="6852619"/>
            </a:xfrm>
            <a:prstGeom prst="rect">
              <a:avLst/>
            </a:prstGeom>
            <a:solidFill>
              <a:srgbClr val="F9CBD2"/>
            </a:solidFill>
            <a:ln w="12700">
              <a:solidFill>
                <a:srgbClr val="F9CB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 dirty="0"/>
            </a:p>
          </p:txBody>
        </p:sp>
        <p:pic>
          <p:nvPicPr>
            <p:cNvPr id="10" name="Graphique 9">
              <a:extLst>
                <a:ext uri="{FF2B5EF4-FFF2-40B4-BE49-F238E27FC236}">
                  <a16:creationId xmlns:a16="http://schemas.microsoft.com/office/drawing/2014/main" id="{10178A9E-B788-E036-6BAF-49E8CB01FE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50273"/>
            <a:stretch/>
          </p:blipFill>
          <p:spPr>
            <a:xfrm>
              <a:off x="5388094" y="-15240"/>
              <a:ext cx="4298156" cy="175937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929594-26B9-5175-2E71-8E42FBF36229}"/>
                </a:ext>
              </a:extLst>
            </p:cNvPr>
            <p:cNvSpPr/>
            <p:nvPr userDrawn="1"/>
          </p:nvSpPr>
          <p:spPr>
            <a:xfrm>
              <a:off x="-1" y="-1"/>
              <a:ext cx="6111277" cy="443589"/>
            </a:xfrm>
            <a:prstGeom prst="rect">
              <a:avLst/>
            </a:prstGeom>
            <a:solidFill>
              <a:srgbClr val="F9CB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 dirty="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75774F7-E59D-F964-54D0-1392E8E51AF2}"/>
              </a:ext>
            </a:extLst>
          </p:cNvPr>
          <p:cNvSpPr/>
          <p:nvPr/>
        </p:nvSpPr>
        <p:spPr>
          <a:xfrm>
            <a:off x="1111937" y="3101639"/>
            <a:ext cx="920328" cy="3185375"/>
          </a:xfrm>
          <a:prstGeom prst="rect">
            <a:avLst/>
          </a:prstGeom>
          <a:solidFill>
            <a:srgbClr val="62003B"/>
          </a:solidFill>
          <a:ln>
            <a:solidFill>
              <a:srgbClr val="6200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933E30-11CE-2996-037F-3E13943374C9}"/>
              </a:ext>
            </a:extLst>
          </p:cNvPr>
          <p:cNvSpPr/>
          <p:nvPr/>
        </p:nvSpPr>
        <p:spPr>
          <a:xfrm>
            <a:off x="587453" y="637299"/>
            <a:ext cx="3361219" cy="1844823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fr-FR" sz="2699" b="1" kern="0" spc="0" baseline="0" dirty="0" err="1">
                <a:solidFill>
                  <a:schemeClr val="tx1"/>
                </a:solidFill>
                <a:latin typeface="+mj-lt"/>
              </a:rPr>
              <a:t>Interaktives</a:t>
            </a:r>
            <a:r>
              <a:rPr lang="fr-FR" sz="2699" b="1" kern="0" spc="0" baseline="0" dirty="0">
                <a:solidFill>
                  <a:schemeClr val="tx1"/>
                </a:solidFill>
                <a:latin typeface="+mj-lt"/>
              </a:rPr>
              <a:t> </a:t>
            </a:r>
            <a:r>
              <a:rPr lang="fr-FR" sz="2699" b="1" kern="0" spc="0" baseline="0" dirty="0" err="1">
                <a:solidFill>
                  <a:schemeClr val="tx1"/>
                </a:solidFill>
                <a:latin typeface="+mj-lt"/>
              </a:rPr>
              <a:t>Dokument</a:t>
            </a:r>
            <a:endParaRPr lang="fr-FR" sz="2699" b="1" kern="0" spc="0" baseline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67E52B2F-129C-CC7D-C2A0-A4160A836131}"/>
              </a:ext>
            </a:extLst>
          </p:cNvPr>
          <p:cNvSpPr/>
          <p:nvPr/>
        </p:nvSpPr>
        <p:spPr>
          <a:xfrm>
            <a:off x="1367099" y="5641685"/>
            <a:ext cx="430843" cy="451514"/>
          </a:xfrm>
          <a:custGeom>
            <a:avLst/>
            <a:gdLst>
              <a:gd name="connsiteX0" fmla="*/ 77841 w 759772"/>
              <a:gd name="connsiteY0" fmla="*/ 346474 h 796513"/>
              <a:gd name="connsiteX1" fmla="*/ 32596 w 759772"/>
              <a:gd name="connsiteY1" fmla="*/ 185465 h 796513"/>
              <a:gd name="connsiteX2" fmla="*/ 156919 w 759772"/>
              <a:gd name="connsiteY2" fmla="*/ 149595 h 796513"/>
              <a:gd name="connsiteX3" fmla="*/ 256377 w 759772"/>
              <a:gd name="connsiteY3" fmla="*/ 69702 h 796513"/>
              <a:gd name="connsiteX4" fmla="*/ 379070 w 759772"/>
              <a:gd name="connsiteY4" fmla="*/ 0 h 796513"/>
              <a:gd name="connsiteX5" fmla="*/ 485050 w 759772"/>
              <a:gd name="connsiteY5" fmla="*/ 101904 h 796513"/>
              <a:gd name="connsiteX6" fmla="*/ 571465 w 759772"/>
              <a:gd name="connsiteY6" fmla="*/ 142666 h 796513"/>
              <a:gd name="connsiteX7" fmla="*/ 732473 w 759772"/>
              <a:gd name="connsiteY7" fmla="*/ 201770 h 796513"/>
              <a:gd name="connsiteX8" fmla="*/ 707201 w 759772"/>
              <a:gd name="connsiteY8" fmla="*/ 346881 h 796513"/>
              <a:gd name="connsiteX9" fmla="*/ 695788 w 759772"/>
              <a:gd name="connsiteY9" fmla="*/ 452046 h 796513"/>
              <a:gd name="connsiteX10" fmla="*/ 719837 w 759772"/>
              <a:gd name="connsiteY10" fmla="*/ 586560 h 796513"/>
              <a:gd name="connsiteX11" fmla="*/ 590215 w 759772"/>
              <a:gd name="connsiteY11" fmla="*/ 646887 h 796513"/>
              <a:gd name="connsiteX12" fmla="*/ 510322 w 759772"/>
              <a:gd name="connsiteY12" fmla="*/ 711698 h 796513"/>
              <a:gd name="connsiteX13" fmla="*/ 375401 w 759772"/>
              <a:gd name="connsiteY13" fmla="*/ 796482 h 796513"/>
              <a:gd name="connsiteX14" fmla="*/ 279612 w 759772"/>
              <a:gd name="connsiteY14" fmla="*/ 692540 h 796513"/>
              <a:gd name="connsiteX15" fmla="*/ 190344 w 759772"/>
              <a:gd name="connsiteY15" fmla="*/ 646887 h 796513"/>
              <a:gd name="connsiteX16" fmla="*/ 59499 w 759772"/>
              <a:gd name="connsiteY16" fmla="*/ 635474 h 796513"/>
              <a:gd name="connsiteX17" fmla="*/ 260861 w 759772"/>
              <a:gd name="connsiteY17" fmla="*/ 466313 h 796513"/>
              <a:gd name="connsiteX18" fmla="*/ 515621 w 759772"/>
              <a:gd name="connsiteY18" fmla="*/ 458161 h 796513"/>
              <a:gd name="connsiteX19" fmla="*/ 374994 w 759772"/>
              <a:gd name="connsiteY19" fmla="*/ 237640 h 796513"/>
              <a:gd name="connsiteX20" fmla="*/ 452441 w 759772"/>
              <a:gd name="connsiteY20" fmla="*/ 390089 h 79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9772" h="796513">
                <a:moveTo>
                  <a:pt x="77841" y="346474"/>
                </a:moveTo>
                <a:cubicBezTo>
                  <a:pt x="-32215" y="302451"/>
                  <a:pt x="-4089" y="259244"/>
                  <a:pt x="32596" y="185465"/>
                </a:cubicBezTo>
                <a:cubicBezTo>
                  <a:pt x="52162" y="146334"/>
                  <a:pt x="62352" y="104350"/>
                  <a:pt x="156919" y="149595"/>
                </a:cubicBezTo>
                <a:cubicBezTo>
                  <a:pt x="219692" y="179759"/>
                  <a:pt x="259231" y="137367"/>
                  <a:pt x="256377" y="69702"/>
                </a:cubicBezTo>
                <a:cubicBezTo>
                  <a:pt x="253932" y="8560"/>
                  <a:pt x="271459" y="0"/>
                  <a:pt x="379070" y="0"/>
                </a:cubicBezTo>
                <a:cubicBezTo>
                  <a:pt x="486681" y="0"/>
                  <a:pt x="489126" y="13044"/>
                  <a:pt x="485050" y="101904"/>
                </a:cubicBezTo>
                <a:cubicBezTo>
                  <a:pt x="483012" y="145927"/>
                  <a:pt x="528257" y="156525"/>
                  <a:pt x="571465" y="142666"/>
                </a:cubicBezTo>
                <a:cubicBezTo>
                  <a:pt x="646059" y="118209"/>
                  <a:pt x="688451" y="86822"/>
                  <a:pt x="732473" y="201770"/>
                </a:cubicBezTo>
                <a:cubicBezTo>
                  <a:pt x="776496" y="316718"/>
                  <a:pt x="766713" y="322017"/>
                  <a:pt x="707201" y="346881"/>
                </a:cubicBezTo>
                <a:cubicBezTo>
                  <a:pt x="655434" y="368485"/>
                  <a:pt x="655026" y="425959"/>
                  <a:pt x="695788" y="452046"/>
                </a:cubicBezTo>
                <a:cubicBezTo>
                  <a:pt x="750408" y="487101"/>
                  <a:pt x="783833" y="517265"/>
                  <a:pt x="719837" y="586560"/>
                </a:cubicBezTo>
                <a:cubicBezTo>
                  <a:pt x="648504" y="663599"/>
                  <a:pt x="640352" y="686833"/>
                  <a:pt x="590215" y="646887"/>
                </a:cubicBezTo>
                <a:cubicBezTo>
                  <a:pt x="512768" y="585337"/>
                  <a:pt x="509915" y="670936"/>
                  <a:pt x="510322" y="711698"/>
                </a:cubicBezTo>
                <a:cubicBezTo>
                  <a:pt x="511545" y="793629"/>
                  <a:pt x="472414" y="794444"/>
                  <a:pt x="375401" y="796482"/>
                </a:cubicBezTo>
                <a:cubicBezTo>
                  <a:pt x="279612" y="798113"/>
                  <a:pt x="273905" y="736563"/>
                  <a:pt x="279612" y="692540"/>
                </a:cubicBezTo>
                <a:cubicBezTo>
                  <a:pt x="285318" y="648517"/>
                  <a:pt x="240073" y="624876"/>
                  <a:pt x="190344" y="646887"/>
                </a:cubicBezTo>
                <a:cubicBezTo>
                  <a:pt x="120234" y="678273"/>
                  <a:pt x="100260" y="690910"/>
                  <a:pt x="59499" y="635474"/>
                </a:cubicBezTo>
                <a:cubicBezTo>
                  <a:pt x="-52596" y="482210"/>
                  <a:pt x="151620" y="294707"/>
                  <a:pt x="260861" y="466313"/>
                </a:cubicBezTo>
                <a:cubicBezTo>
                  <a:pt x="348906" y="604495"/>
                  <a:pt x="489941" y="542130"/>
                  <a:pt x="515621" y="458161"/>
                </a:cubicBezTo>
                <a:cubicBezTo>
                  <a:pt x="558421" y="344843"/>
                  <a:pt x="505023" y="204623"/>
                  <a:pt x="374994" y="237640"/>
                </a:cubicBezTo>
                <a:cubicBezTo>
                  <a:pt x="231920" y="273918"/>
                  <a:pt x="270644" y="492808"/>
                  <a:pt x="452441" y="390089"/>
                </a:cubicBezTo>
              </a:path>
            </a:pathLst>
          </a:custGeom>
          <a:noFill/>
          <a:ln w="15875" cap="flat">
            <a:solidFill>
              <a:srgbClr val="F9CBD2"/>
            </a:solidFill>
            <a:prstDash val="solid"/>
            <a:miter/>
          </a:ln>
        </p:spPr>
        <p:txBody>
          <a:bodyPr rtlCol="0" anchor="ctr"/>
          <a:lstStyle/>
          <a:p>
            <a:endParaRPr lang="en-US" sz="1350" dirty="0"/>
          </a:p>
        </p:txBody>
      </p:sp>
      <p:graphicFrame>
        <p:nvGraphicFramePr>
          <p:cNvPr id="2" name="Tableau 16">
            <a:extLst>
              <a:ext uri="{FF2B5EF4-FFF2-40B4-BE49-F238E27FC236}">
                <a16:creationId xmlns:a16="http://schemas.microsoft.com/office/drawing/2014/main" id="{236ED79F-211D-0A8F-3510-AAC13A203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867229"/>
              </p:ext>
            </p:extLst>
          </p:nvPr>
        </p:nvGraphicFramePr>
        <p:xfrm>
          <a:off x="1133097" y="1942496"/>
          <a:ext cx="10863959" cy="44300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31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1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0644">
                <a:tc gridSpan="2">
                  <a:txBody>
                    <a:bodyPr/>
                    <a:lstStyle/>
                    <a:p>
                      <a:pPr marL="0" lvl="0" indent="0" fontAlgn="base">
                        <a:lnSpc>
                          <a:spcPts val="22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Font typeface="Arial" pitchFamily="34" charset="0"/>
                        <a:buNone/>
                      </a:pPr>
                      <a:r>
                        <a:rPr lang="de-DE" sz="20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Sie können ausgehend von der Agenda-Folie nach Belieben durch diesen Inhalt navigieren.</a:t>
                      </a:r>
                      <a:endParaRPr lang="fr-FR" sz="1400" i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36005" marR="0" marT="0" marB="46789" horzOverflow="overflow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lvl="0" indent="0" fontAlgn="base">
                        <a:lnSpc>
                          <a:spcPts val="22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Font typeface="Arial" pitchFamily="34" charset="0"/>
                        <a:buNone/>
                      </a:pPr>
                      <a:r>
                        <a:rPr lang="fr-FR" sz="1500" dirty="0"/>
                        <a:t>Vous pouvez </a:t>
                      </a:r>
                      <a:r>
                        <a:rPr lang="fr-FR" sz="1500" b="1" dirty="0">
                          <a:solidFill>
                            <a:schemeClr val="tx1"/>
                          </a:solidFill>
                        </a:rPr>
                        <a:t>naviguer</a:t>
                      </a:r>
                      <a:r>
                        <a:rPr lang="fr-FR" sz="1500" dirty="0">
                          <a:solidFill>
                            <a:schemeClr val="tx1"/>
                          </a:solidFill>
                        </a:rPr>
                        <a:t>  </a:t>
                      </a:r>
                      <a:br>
                        <a:rPr lang="fr-FR" sz="15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500" dirty="0"/>
                        <a:t>à votre guise dans ce contenu à partir de la page sommaire </a:t>
                      </a:r>
                      <a:br>
                        <a:rPr lang="fr-FR" sz="1500" dirty="0"/>
                      </a:br>
                      <a:r>
                        <a:rPr lang="fr-FR" sz="1500" i="1" dirty="0"/>
                        <a:t>(page suivante).</a:t>
                      </a:r>
                    </a:p>
                  </a:txBody>
                  <a:tcPr marL="90000" marR="0" marT="0" marB="468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0" fontAlgn="base">
                        <a:lnSpc>
                          <a:spcPts val="22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Font typeface="Arial" pitchFamily="34" charset="0"/>
                        <a:buNone/>
                      </a:pP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4043" marR="0" marT="0" marB="46789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467"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5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Vorherige</a:t>
                      </a:r>
                      <a:r>
                        <a:rPr kumimoji="0" lang="fr-FR" sz="1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kumimoji="0" lang="fr-FR" sz="15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nächste</a:t>
                      </a:r>
                      <a:r>
                        <a:rPr kumimoji="0" lang="fr-FR" sz="1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Seite</a:t>
                      </a:r>
                      <a:endParaRPr kumimoji="0" lang="fr-FR" sz="15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2" marR="91452" marT="45709" marB="4570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435100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5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2" marR="91452" marT="45709" marB="4570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467"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5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Zurück</a:t>
                      </a:r>
                      <a:r>
                        <a:rPr kumimoji="0" lang="fr-FR" sz="1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fr-FR" sz="15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zum</a:t>
                      </a:r>
                      <a:r>
                        <a:rPr kumimoji="0" lang="fr-FR" sz="1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fr-FR" sz="15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Kapitelanfang</a:t>
                      </a:r>
                      <a:endParaRPr kumimoji="0" lang="fr-FR" sz="15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435100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5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467"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5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Zurück</a:t>
                      </a:r>
                      <a:r>
                        <a:rPr kumimoji="0" lang="fr-FR" sz="1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fr-FR" sz="15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zur</a:t>
                      </a:r>
                      <a:r>
                        <a:rPr kumimoji="0" lang="fr-FR" sz="15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Agenda</a:t>
                      </a:r>
                      <a:endParaRPr kumimoji="0" lang="fr-FR" sz="15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435100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5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7975"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Link zu einer anderen Seite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435100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5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13227"/>
                  </a:ext>
                </a:extLst>
              </a:tr>
            </a:tbl>
          </a:graphicData>
        </a:graphic>
      </p:graphicFrame>
      <p:pic>
        <p:nvPicPr>
          <p:cNvPr id="40" name="Graphique 39">
            <a:extLst>
              <a:ext uri="{FF2B5EF4-FFF2-40B4-BE49-F238E27FC236}">
                <a16:creationId xmlns:a16="http://schemas.microsoft.com/office/drawing/2014/main" id="{DCBA1F9B-7546-1958-E4CE-7F3717AC404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8937" y="4828751"/>
            <a:ext cx="459387" cy="469540"/>
          </a:xfrm>
          <a:prstGeom prst="rect">
            <a:avLst/>
          </a:prstGeom>
        </p:spPr>
      </p:pic>
      <p:pic>
        <p:nvPicPr>
          <p:cNvPr id="42" name="Graphique 41">
            <a:extLst>
              <a:ext uri="{FF2B5EF4-FFF2-40B4-BE49-F238E27FC236}">
                <a16:creationId xmlns:a16="http://schemas.microsoft.com/office/drawing/2014/main" id="{6742FC37-546A-DFC6-7EEF-883448C2F66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0701" y="4080082"/>
            <a:ext cx="292391" cy="422188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C294EFC7-75D2-A1D7-2C8D-6C19A13D0BE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8282" y="3342899"/>
            <a:ext cx="677229" cy="41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17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Cha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361" userDrawn="1">
          <p15:clr>
            <a:srgbClr val="FBAE40"/>
          </p15:clr>
        </p15:guide>
        <p15:guide id="3" pos="523" userDrawn="1">
          <p15:clr>
            <a:srgbClr val="FBAE40"/>
          </p15:clr>
        </p15:guide>
        <p15:guide id="4" pos="3335" userDrawn="1">
          <p15:clr>
            <a:srgbClr val="FBAE40"/>
          </p15:clr>
        </p15:guide>
        <p15:guide id="5" pos="99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ègles de v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610A4108-223A-9C0E-C015-B6919265A80D}"/>
              </a:ext>
            </a:extLst>
          </p:cNvPr>
          <p:cNvGrpSpPr/>
          <p:nvPr/>
        </p:nvGrpSpPr>
        <p:grpSpPr>
          <a:xfrm>
            <a:off x="1779" y="-3143"/>
            <a:ext cx="12190223" cy="6851619"/>
            <a:chOff x="1779" y="-3144"/>
            <a:chExt cx="12188635" cy="685320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E4F029-F7A7-6CA9-E86D-0B16D0B6DADF}"/>
                </a:ext>
              </a:extLst>
            </p:cNvPr>
            <p:cNvSpPr/>
            <p:nvPr userDrawn="1"/>
          </p:nvSpPr>
          <p:spPr>
            <a:xfrm>
              <a:off x="4768098" y="-3144"/>
              <a:ext cx="7422316" cy="514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9A2B5E92-C418-B09A-724F-62088A1836A7}"/>
                </a:ext>
              </a:extLst>
            </p:cNvPr>
            <p:cNvGrpSpPr/>
            <p:nvPr userDrawn="1"/>
          </p:nvGrpSpPr>
          <p:grpSpPr>
            <a:xfrm>
              <a:off x="1779" y="0"/>
              <a:ext cx="11665591" cy="6850062"/>
              <a:chOff x="1779" y="0"/>
              <a:chExt cx="11665591" cy="6850062"/>
            </a:xfrm>
          </p:grpSpPr>
          <p:pic>
            <p:nvPicPr>
              <p:cNvPr id="14" name="Graphique 13">
                <a:extLst>
                  <a:ext uri="{FF2B5EF4-FFF2-40B4-BE49-F238E27FC236}">
                    <a16:creationId xmlns:a16="http://schemas.microsoft.com/office/drawing/2014/main" id="{1ECE39FC-DE72-6149-35BE-DCE92E18DF6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20337137" flipV="1">
                <a:off x="1846714" y="878427"/>
                <a:ext cx="9820656" cy="5093208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0A370DF-1B65-0A6A-98AC-4237ADCD551D}"/>
                  </a:ext>
                </a:extLst>
              </p:cNvPr>
              <p:cNvSpPr/>
              <p:nvPr/>
            </p:nvSpPr>
            <p:spPr>
              <a:xfrm>
                <a:off x="1779" y="0"/>
                <a:ext cx="4773813" cy="6850062"/>
              </a:xfrm>
              <a:prstGeom prst="rect">
                <a:avLst/>
              </a:prstGeom>
              <a:solidFill>
                <a:srgbClr val="62003B"/>
              </a:solidFill>
              <a:ln>
                <a:solidFill>
                  <a:srgbClr val="46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</p:grp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AF2C8B20-D3B5-F4A7-35D8-1F5C78A5134C}"/>
              </a:ext>
            </a:extLst>
          </p:cNvPr>
          <p:cNvGrpSpPr/>
          <p:nvPr/>
        </p:nvGrpSpPr>
        <p:grpSpPr>
          <a:xfrm>
            <a:off x="4972990" y="1706561"/>
            <a:ext cx="6936614" cy="4034123"/>
            <a:chOff x="4972340" y="1706954"/>
            <a:chExt cx="6935713" cy="4035057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FBDE1867-B446-C79C-0501-78C38E8CB003}"/>
                </a:ext>
              </a:extLst>
            </p:cNvPr>
            <p:cNvGrpSpPr/>
            <p:nvPr/>
          </p:nvGrpSpPr>
          <p:grpSpPr>
            <a:xfrm>
              <a:off x="5515042" y="5060694"/>
              <a:ext cx="1704908" cy="681317"/>
              <a:chOff x="5286931" y="5369859"/>
              <a:chExt cx="1704908" cy="681317"/>
            </a:xfrm>
          </p:grpSpPr>
          <p:sp>
            <p:nvSpPr>
              <p:cNvPr id="34" name="Bulle ronde 7">
                <a:extLst>
                  <a:ext uri="{FF2B5EF4-FFF2-40B4-BE49-F238E27FC236}">
                    <a16:creationId xmlns:a16="http://schemas.microsoft.com/office/drawing/2014/main" id="{FD80ECB1-1A4D-2658-5D0E-E263B8219574}"/>
                  </a:ext>
                </a:extLst>
              </p:cNvPr>
              <p:cNvSpPr/>
              <p:nvPr/>
            </p:nvSpPr>
            <p:spPr bwMode="auto">
              <a:xfrm>
                <a:off x="5286931" y="5433186"/>
                <a:ext cx="1704908" cy="58757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144000" tIns="108000" rIns="0" bIns="108000" spcCol="1270" anchor="ctr">
                <a:spAutoFit/>
              </a:bodyPr>
              <a:lstStyle/>
              <a:p>
                <a:pPr defTabSz="544206">
                  <a:spcAft>
                    <a:spcPts val="0"/>
                  </a:spcAft>
                  <a:defRPr/>
                </a:pPr>
                <a:r>
                  <a:rPr lang="fr-FR" sz="1200" dirty="0" err="1">
                    <a:solidFill>
                      <a:srgbClr val="62003B"/>
                    </a:solidFill>
                  </a:rPr>
                  <a:t>Gegenseitiger</a:t>
                </a:r>
                <a:r>
                  <a:rPr lang="fr-FR" sz="1200" dirty="0">
                    <a:solidFill>
                      <a:srgbClr val="62003B"/>
                    </a:solidFill>
                  </a:rPr>
                  <a:t> </a:t>
                </a:r>
                <a:r>
                  <a:rPr lang="fr-FR" sz="1200" dirty="0" err="1">
                    <a:solidFill>
                      <a:srgbClr val="62003B"/>
                    </a:solidFill>
                  </a:rPr>
                  <a:t>Respekt</a:t>
                </a:r>
                <a:endParaRPr lang="fr-FR" sz="1200" dirty="0">
                  <a:solidFill>
                    <a:srgbClr val="62003B"/>
                  </a:solidFill>
                </a:endParaRPr>
              </a:p>
              <a:p>
                <a:pPr defTabSz="544206">
                  <a:spcAft>
                    <a:spcPts val="0"/>
                  </a:spcAft>
                  <a:defRPr/>
                </a:pPr>
                <a:r>
                  <a:rPr lang="fr-FR" sz="1200" dirty="0" err="1">
                    <a:solidFill>
                      <a:srgbClr val="62003B"/>
                    </a:solidFill>
                  </a:rPr>
                  <a:t>Vertraulichkeit</a:t>
                </a:r>
                <a:endParaRPr lang="fr-FR" sz="1200" dirty="0">
                  <a:solidFill>
                    <a:srgbClr val="62003B"/>
                  </a:solidFill>
                </a:endParaRPr>
              </a:p>
            </p:txBody>
          </p:sp>
          <p:cxnSp>
            <p:nvCxnSpPr>
              <p:cNvPr id="35" name="Connecteur droit 34">
                <a:extLst>
                  <a:ext uri="{FF2B5EF4-FFF2-40B4-BE49-F238E27FC236}">
                    <a16:creationId xmlns:a16="http://schemas.microsoft.com/office/drawing/2014/main" id="{E89A16C5-0446-8F9B-C125-3F5DDAFE935A}"/>
                  </a:ext>
                </a:extLst>
              </p:cNvPr>
              <p:cNvCxnSpPr/>
              <p:nvPr/>
            </p:nvCxnSpPr>
            <p:spPr>
              <a:xfrm>
                <a:off x="5358187" y="5369859"/>
                <a:ext cx="0" cy="681317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Bulle ronde 7">
              <a:extLst>
                <a:ext uri="{FF2B5EF4-FFF2-40B4-BE49-F238E27FC236}">
                  <a16:creationId xmlns:a16="http://schemas.microsoft.com/office/drawing/2014/main" id="{418BA760-5DD6-A751-C0DC-78A31D28D5BF}"/>
                </a:ext>
              </a:extLst>
            </p:cNvPr>
            <p:cNvSpPr/>
            <p:nvPr/>
          </p:nvSpPr>
          <p:spPr bwMode="auto">
            <a:xfrm>
              <a:off x="6911495" y="1706954"/>
              <a:ext cx="1030597" cy="4755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none" lIns="0" tIns="144000" rIns="0" bIns="144000" spcCol="1270" anchor="ctr">
              <a:spAutoFit/>
            </a:bodyPr>
            <a:lstStyle/>
            <a:p>
              <a:pPr defTabSz="544206">
                <a:spcAft>
                  <a:spcPts val="0"/>
                </a:spcAft>
                <a:defRPr/>
              </a:pPr>
              <a:r>
                <a:rPr lang="fr-FR" sz="1200" dirty="0" err="1">
                  <a:solidFill>
                    <a:srgbClr val="62003B"/>
                  </a:solidFill>
                </a:rPr>
                <a:t>Dokumentation</a:t>
              </a:r>
              <a:endParaRPr lang="fr-FR" sz="1200" dirty="0">
                <a:solidFill>
                  <a:srgbClr val="62003B"/>
                </a:solidFill>
              </a:endParaRP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3FE427EF-3089-DB34-DF90-9F53E65CC948}"/>
                </a:ext>
              </a:extLst>
            </p:cNvPr>
            <p:cNvCxnSpPr>
              <a:cxnSpLocks/>
            </p:cNvCxnSpPr>
            <p:nvPr/>
          </p:nvCxnSpPr>
          <p:spPr>
            <a:xfrm>
              <a:off x="6911494" y="1757820"/>
              <a:ext cx="1378583" cy="0"/>
            </a:xfrm>
            <a:prstGeom prst="line">
              <a:avLst/>
            </a:prstGeom>
            <a:ln>
              <a:solidFill>
                <a:srgbClr val="6200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58BFE1F6-B460-EDBB-C2C0-29C477B0AC57}"/>
                </a:ext>
              </a:extLst>
            </p:cNvPr>
            <p:cNvCxnSpPr>
              <a:cxnSpLocks/>
            </p:cNvCxnSpPr>
            <p:nvPr/>
          </p:nvCxnSpPr>
          <p:spPr>
            <a:xfrm>
              <a:off x="6911494" y="2118882"/>
              <a:ext cx="1378583" cy="0"/>
            </a:xfrm>
            <a:prstGeom prst="line">
              <a:avLst/>
            </a:prstGeom>
            <a:ln>
              <a:solidFill>
                <a:srgbClr val="6200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6CAAEF17-5B5E-0206-5198-F95FBE760279}"/>
                </a:ext>
              </a:extLst>
            </p:cNvPr>
            <p:cNvGrpSpPr/>
            <p:nvPr/>
          </p:nvGrpSpPr>
          <p:grpSpPr>
            <a:xfrm>
              <a:off x="4972340" y="2343857"/>
              <a:ext cx="2309879" cy="845006"/>
              <a:chOff x="5063066" y="3583120"/>
              <a:chExt cx="2309879" cy="845006"/>
            </a:xfrm>
          </p:grpSpPr>
          <p:sp>
            <p:nvSpPr>
              <p:cNvPr id="31" name="Bulle ronde 7">
                <a:extLst>
                  <a:ext uri="{FF2B5EF4-FFF2-40B4-BE49-F238E27FC236}">
                    <a16:creationId xmlns:a16="http://schemas.microsoft.com/office/drawing/2014/main" id="{2FBE2ED6-71A7-6704-F63B-61EEC07C49B4}"/>
                  </a:ext>
                </a:extLst>
              </p:cNvPr>
              <p:cNvSpPr/>
              <p:nvPr/>
            </p:nvSpPr>
            <p:spPr bwMode="auto">
              <a:xfrm>
                <a:off x="5063066" y="3583120"/>
                <a:ext cx="2038288" cy="8450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72000" tIns="144000" rIns="72000" bIns="144000" spcCol="1270" anchor="ctr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altLang="fr-FR" sz="1200" dirty="0">
                    <a:solidFill>
                      <a:srgbClr val="62003B"/>
                    </a:solidFill>
                    <a:latin typeface="+mn-lt"/>
                    <a:ea typeface="+mn-ea"/>
                  </a:rPr>
                  <a:t>Aktive Teilnahme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altLang="fr-FR" sz="1200" dirty="0">
                    <a:solidFill>
                      <a:srgbClr val="62003B"/>
                    </a:solidFill>
                    <a:latin typeface="+mn-lt"/>
                    <a:ea typeface="+mn-ea"/>
                  </a:rPr>
                  <a:t>Austausch von Erfahrungen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altLang="fr-FR" sz="1200" dirty="0">
                    <a:solidFill>
                      <a:srgbClr val="62003B"/>
                    </a:solidFill>
                    <a:latin typeface="+mn-lt"/>
                    <a:ea typeface="+mn-ea"/>
                  </a:rPr>
                  <a:t>Direkte Umsetzung</a:t>
                </a:r>
                <a:endParaRPr lang="fr-FR" altLang="fr-FR" sz="1200" dirty="0">
                  <a:solidFill>
                    <a:srgbClr val="62003B"/>
                  </a:solidFill>
                  <a:latin typeface="+mn-lt"/>
                </a:endParaRPr>
              </a:p>
            </p:txBody>
          </p:sp>
          <p:cxnSp>
            <p:nvCxnSpPr>
              <p:cNvPr id="32" name="Connecteur droit 31">
                <a:extLst>
                  <a:ext uri="{FF2B5EF4-FFF2-40B4-BE49-F238E27FC236}">
                    <a16:creationId xmlns:a16="http://schemas.microsoft.com/office/drawing/2014/main" id="{BE3B3851-B1B6-CABE-993D-1DE3605D3A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1005" y="4416973"/>
                <a:ext cx="2231940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AA6233BF-FEB6-FCFB-E626-C7C53D442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1005" y="3590235"/>
                <a:ext cx="2231940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9EC7F963-17BF-6B59-ABDF-4661C9379301}"/>
                </a:ext>
              </a:extLst>
            </p:cNvPr>
            <p:cNvGrpSpPr/>
            <p:nvPr/>
          </p:nvGrpSpPr>
          <p:grpSpPr>
            <a:xfrm>
              <a:off x="7282219" y="3409897"/>
              <a:ext cx="1332096" cy="660297"/>
              <a:chOff x="7977552" y="2468849"/>
              <a:chExt cx="1332096" cy="660297"/>
            </a:xfrm>
          </p:grpSpPr>
          <p:sp>
            <p:nvSpPr>
              <p:cNvPr id="28" name="Bulle ronde 7">
                <a:extLst>
                  <a:ext uri="{FF2B5EF4-FFF2-40B4-BE49-F238E27FC236}">
                    <a16:creationId xmlns:a16="http://schemas.microsoft.com/office/drawing/2014/main" id="{14C72D29-1B7F-52DC-AC6F-5C8AFCE1A2FF}"/>
                  </a:ext>
                </a:extLst>
              </p:cNvPr>
              <p:cNvSpPr/>
              <p:nvPr/>
            </p:nvSpPr>
            <p:spPr bwMode="auto">
              <a:xfrm>
                <a:off x="7995482" y="2468849"/>
                <a:ext cx="894360" cy="66029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0" tIns="144000" rIns="0" bIns="144000" spcCol="1270" anchor="ctr">
                <a:spAutoFit/>
              </a:bodyPr>
              <a:lstStyle/>
              <a:p>
                <a:pPr defTabSz="544206">
                  <a:spcAft>
                    <a:spcPts val="0"/>
                  </a:spcAft>
                  <a:defRPr/>
                </a:pPr>
                <a:r>
                  <a:rPr lang="fr-FR" sz="1200" dirty="0" err="1">
                    <a:solidFill>
                      <a:srgbClr val="62003B"/>
                    </a:solidFill>
                  </a:rPr>
                  <a:t>Persönlicher</a:t>
                </a:r>
                <a:r>
                  <a:rPr lang="fr-FR" sz="1200" dirty="0">
                    <a:solidFill>
                      <a:srgbClr val="62003B"/>
                    </a:solidFill>
                  </a:rPr>
                  <a:t> </a:t>
                </a:r>
              </a:p>
              <a:p>
                <a:pPr defTabSz="544206">
                  <a:spcAft>
                    <a:spcPts val="0"/>
                  </a:spcAft>
                  <a:defRPr/>
                </a:pPr>
                <a:r>
                  <a:rPr lang="fr-FR" sz="1200" dirty="0" err="1">
                    <a:solidFill>
                      <a:srgbClr val="62003B"/>
                    </a:solidFill>
                  </a:rPr>
                  <a:t>Aktionsplan</a:t>
                </a:r>
                <a:endParaRPr lang="fr-FR" sz="1200" dirty="0">
                  <a:solidFill>
                    <a:srgbClr val="62003B"/>
                  </a:solidFill>
                </a:endParaRPr>
              </a:p>
            </p:txBody>
          </p:sp>
          <p:cxnSp>
            <p:nvCxnSpPr>
              <p:cNvPr id="29" name="Connecteur droit 28">
                <a:extLst>
                  <a:ext uri="{FF2B5EF4-FFF2-40B4-BE49-F238E27FC236}">
                    <a16:creationId xmlns:a16="http://schemas.microsoft.com/office/drawing/2014/main" id="{B1D581E6-CE10-BE4F-47FD-0A1A0EE48A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7552" y="2505648"/>
                <a:ext cx="1332096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D6FD06A5-2B8D-20FA-EE76-923B1E8AA2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7552" y="3099000"/>
                <a:ext cx="1332096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84D1C7B8-C0AD-F29F-61FB-9DD3F88092DC}"/>
                </a:ext>
              </a:extLst>
            </p:cNvPr>
            <p:cNvGrpSpPr/>
            <p:nvPr/>
          </p:nvGrpSpPr>
          <p:grpSpPr>
            <a:xfrm>
              <a:off x="10659087" y="2376255"/>
              <a:ext cx="1248966" cy="660297"/>
              <a:chOff x="10692104" y="2478630"/>
              <a:chExt cx="1248966" cy="660297"/>
            </a:xfrm>
          </p:grpSpPr>
          <p:sp>
            <p:nvSpPr>
              <p:cNvPr id="25" name="Bulle ronde 7">
                <a:extLst>
                  <a:ext uri="{FF2B5EF4-FFF2-40B4-BE49-F238E27FC236}">
                    <a16:creationId xmlns:a16="http://schemas.microsoft.com/office/drawing/2014/main" id="{71E7DE89-8658-216B-9D73-DFF3A7CC3F28}"/>
                  </a:ext>
                </a:extLst>
              </p:cNvPr>
              <p:cNvSpPr/>
              <p:nvPr/>
            </p:nvSpPr>
            <p:spPr bwMode="auto">
              <a:xfrm>
                <a:off x="10692104" y="2478630"/>
                <a:ext cx="1018343" cy="66029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72000" tIns="144000" rIns="0" bIns="144000" spcCol="1270" anchor="ctr">
                <a:spAutoFit/>
              </a:bodyPr>
              <a:lstStyle/>
              <a:p>
                <a:pPr defTabSz="544206">
                  <a:spcAft>
                    <a:spcPts val="0"/>
                  </a:spcAft>
                  <a:defRPr/>
                </a:pPr>
                <a:r>
                  <a:rPr lang="fr-FR" sz="1200" dirty="0">
                    <a:solidFill>
                      <a:srgbClr val="62003B"/>
                    </a:solidFill>
                  </a:rPr>
                  <a:t>Handy &amp; PC</a:t>
                </a:r>
              </a:p>
              <a:p>
                <a:pPr defTabSz="544206">
                  <a:spcAft>
                    <a:spcPts val="0"/>
                  </a:spcAft>
                  <a:defRPr/>
                </a:pPr>
                <a:r>
                  <a:rPr lang="fr-FR" sz="1200" dirty="0" err="1">
                    <a:solidFill>
                      <a:srgbClr val="62003B"/>
                    </a:solidFill>
                  </a:rPr>
                  <a:t>ausgeschaltet</a:t>
                </a:r>
                <a:endParaRPr lang="fr-FR" sz="1200" dirty="0">
                  <a:solidFill>
                    <a:srgbClr val="62003B"/>
                  </a:solidFill>
                </a:endParaRPr>
              </a:p>
            </p:txBody>
          </p:sp>
          <p:cxnSp>
            <p:nvCxnSpPr>
              <p:cNvPr id="26" name="Connecteur droit 25">
                <a:extLst>
                  <a:ext uri="{FF2B5EF4-FFF2-40B4-BE49-F238E27FC236}">
                    <a16:creationId xmlns:a16="http://schemas.microsoft.com/office/drawing/2014/main" id="{0DEFF010-C17A-CFF9-2469-939A8A9A4B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65657" y="2524698"/>
                <a:ext cx="1175413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necteur droit 26">
                <a:extLst>
                  <a:ext uri="{FF2B5EF4-FFF2-40B4-BE49-F238E27FC236}">
                    <a16:creationId xmlns:a16="http://schemas.microsoft.com/office/drawing/2014/main" id="{0E1A411C-D988-D23A-8BFF-E838B448E2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65657" y="3089475"/>
                <a:ext cx="1175413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41D1974-39A2-C502-2DAC-DAA24087B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391" y="3645644"/>
            <a:ext cx="3375464" cy="1048850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E8B60539-A989-A385-A3DD-4E4281E00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392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1_Sommaire titres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Une image contenant personne, debout&#10;&#10;Description générée automatiquement">
            <a:extLst>
              <a:ext uri="{FF2B5EF4-FFF2-40B4-BE49-F238E27FC236}">
                <a16:creationId xmlns:a16="http://schemas.microsoft.com/office/drawing/2014/main" id="{F569CFA7-9653-3CAE-348E-9B1101CBD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388848"/>
            <a:ext cx="12191999" cy="2158500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435DE9F7-7732-7C0B-43E6-AC681DBC42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8021"/>
          <a:stretch/>
        </p:blipFill>
        <p:spPr>
          <a:xfrm rot="16200000">
            <a:off x="4487046" y="-493641"/>
            <a:ext cx="994201" cy="3724760"/>
          </a:xfrm>
          <a:prstGeom prst="rect">
            <a:avLst/>
          </a:prstGeom>
        </p:spPr>
      </p:pic>
      <p:sp>
        <p:nvSpPr>
          <p:cNvPr id="12" name="Espace réservé du numéro de diapositive 2">
            <a:extLst>
              <a:ext uri="{FF2B5EF4-FFF2-40B4-BE49-F238E27FC236}">
                <a16:creationId xmlns:a16="http://schemas.microsoft.com/office/drawing/2014/main" id="{1C7DB35A-BE80-4A58-869F-3EF6A77B1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6725617" y="6977168"/>
            <a:ext cx="481787" cy="198699"/>
          </a:xfrm>
        </p:spPr>
        <p:txBody>
          <a:bodyPr/>
          <a:lstStyle/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60C17E-3A55-2E25-062F-183580A00EE9}"/>
              </a:ext>
            </a:extLst>
          </p:cNvPr>
          <p:cNvSpPr/>
          <p:nvPr/>
        </p:nvSpPr>
        <p:spPr>
          <a:xfrm>
            <a:off x="533057" y="2298750"/>
            <a:ext cx="1980259" cy="1439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49828E-439A-5D03-6EBC-57FC2B81B757}"/>
              </a:ext>
            </a:extLst>
          </p:cNvPr>
          <p:cNvSpPr/>
          <p:nvPr/>
        </p:nvSpPr>
        <p:spPr>
          <a:xfrm>
            <a:off x="2800633" y="2298750"/>
            <a:ext cx="1980259" cy="14396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4E61B5-DD10-2A34-44E6-98982FB6C37C}"/>
              </a:ext>
            </a:extLst>
          </p:cNvPr>
          <p:cNvSpPr/>
          <p:nvPr/>
        </p:nvSpPr>
        <p:spPr>
          <a:xfrm>
            <a:off x="5061783" y="2311654"/>
            <a:ext cx="1980259" cy="14396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8687A2-35F9-CD5B-B9C2-93EA5F0A36BD}"/>
              </a:ext>
            </a:extLst>
          </p:cNvPr>
          <p:cNvSpPr/>
          <p:nvPr/>
        </p:nvSpPr>
        <p:spPr>
          <a:xfrm>
            <a:off x="7367274" y="2289178"/>
            <a:ext cx="1980259" cy="1439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531" y="2290926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01381" y="2290926"/>
            <a:ext cx="1980259" cy="1439667"/>
          </a:xfrm>
        </p:spPr>
        <p:txBody>
          <a:bodyPr lIns="108000" tIns="108000" rIns="72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74357" y="2300707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70653" y="2290877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7E0526-A424-807C-A0EE-4F4C2C7383E6}"/>
              </a:ext>
            </a:extLst>
          </p:cNvPr>
          <p:cNvSpPr/>
          <p:nvPr/>
        </p:nvSpPr>
        <p:spPr>
          <a:xfrm>
            <a:off x="9670772" y="2298750"/>
            <a:ext cx="1980259" cy="14396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528E2E-B5EB-2811-DC9F-FBEED04AA8D8}"/>
              </a:ext>
            </a:extLst>
          </p:cNvPr>
          <p:cNvSpPr/>
          <p:nvPr/>
        </p:nvSpPr>
        <p:spPr>
          <a:xfrm>
            <a:off x="533805" y="4005360"/>
            <a:ext cx="1980259" cy="14396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7D9B80-846B-B50A-18ED-4B904F710EED}"/>
              </a:ext>
            </a:extLst>
          </p:cNvPr>
          <p:cNvSpPr/>
          <p:nvPr/>
        </p:nvSpPr>
        <p:spPr>
          <a:xfrm>
            <a:off x="2813677" y="4005618"/>
            <a:ext cx="1980259" cy="143966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D8EFFB-4A49-F21E-6705-0958FCC566B7}"/>
              </a:ext>
            </a:extLst>
          </p:cNvPr>
          <p:cNvSpPr/>
          <p:nvPr/>
        </p:nvSpPr>
        <p:spPr>
          <a:xfrm>
            <a:off x="5045431" y="4006870"/>
            <a:ext cx="1980259" cy="143966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67395" y="2311653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057" y="4003886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6</a:t>
            </a:r>
            <a:endParaRPr lang="fr-FR" dirty="0"/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07529" y="4003919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7</a:t>
            </a:r>
            <a:endParaRPr lang="fr-FR" dirty="0"/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1783" y="4005171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8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1C3192-8C0B-5B59-FD70-C42DA6371BD7}"/>
              </a:ext>
            </a:extLst>
          </p:cNvPr>
          <p:cNvSpPr txBox="1"/>
          <p:nvPr/>
        </p:nvSpPr>
        <p:spPr>
          <a:xfrm>
            <a:off x="523532" y="665791"/>
            <a:ext cx="3447325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99" b="1" dirty="0">
                <a:solidFill>
                  <a:schemeClr val="bg1"/>
                </a:solidFill>
                <a:highlight>
                  <a:srgbClr val="000000"/>
                </a:highlight>
              </a:rPr>
              <a:t>Agenda</a:t>
            </a:r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3C8CACA-1341-3500-19FF-2C0133A9BE82}"/>
              </a:ext>
            </a:extLst>
          </p:cNvPr>
          <p:cNvSpPr/>
          <p:nvPr/>
        </p:nvSpPr>
        <p:spPr>
          <a:xfrm>
            <a:off x="7360939" y="4003886"/>
            <a:ext cx="1980259" cy="1439667"/>
          </a:xfrm>
          <a:prstGeom prst="rect">
            <a:avLst/>
          </a:prstGeom>
          <a:solidFill>
            <a:srgbClr val="62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2227E309-743C-8C83-A42E-6C169025F9CD}"/>
              </a:ext>
            </a:extLst>
          </p:cNvPr>
          <p:cNvSpPr/>
          <p:nvPr/>
        </p:nvSpPr>
        <p:spPr>
          <a:xfrm>
            <a:off x="9678685" y="3997536"/>
            <a:ext cx="1980259" cy="1439667"/>
          </a:xfrm>
          <a:prstGeom prst="rect">
            <a:avLst/>
          </a:prstGeom>
          <a:solidFill>
            <a:srgbClr val="00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CF55FA74-0F1B-2ABC-A0E9-449B336706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77937" y="3996062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10</a:t>
            </a:r>
            <a:endParaRPr lang="fr-FR" dirty="0"/>
          </a:p>
        </p:txBody>
      </p:sp>
      <p:sp>
        <p:nvSpPr>
          <p:cNvPr id="36" name="Espace réservé du texte 27">
            <a:extLst>
              <a:ext uri="{FF2B5EF4-FFF2-40B4-BE49-F238E27FC236}">
                <a16:creationId xmlns:a16="http://schemas.microsoft.com/office/drawing/2014/main" id="{85655D4B-E95B-D05D-1C8E-F29FAB5EE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51413" y="3996062"/>
            <a:ext cx="1980259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3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9</a:t>
            </a:r>
            <a:endParaRPr lang="fr-FR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3A817C2E-7053-A5A4-6DF5-9E1104DDDE98}"/>
              </a:ext>
            </a:extLst>
          </p:cNvPr>
          <p:cNvSpPr txBox="1">
            <a:spLocks/>
          </p:cNvSpPr>
          <p:nvPr/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D27D01-01E5-4FC8-B4B9-781E78408F61}" type="slidenum">
              <a:rPr lang="fr-FR" sz="900" smtClean="0"/>
              <a:pPr/>
              <a:t>‹Nr.›</a:t>
            </a:fld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2850017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787" userDrawn="1">
          <p15:clr>
            <a:srgbClr val="FBAE40"/>
          </p15:clr>
        </p15:guide>
        <p15:guide id="2" pos="493" userDrawn="1">
          <p15:clr>
            <a:srgbClr val="FBAE40"/>
          </p15:clr>
        </p15:guide>
        <p15:guide id="3" pos="5421" userDrawn="1">
          <p15:clr>
            <a:srgbClr val="FBAE40"/>
          </p15:clr>
        </p15:guide>
        <p15:guide id="4" orient="horz" pos="686" userDrawn="1">
          <p15:clr>
            <a:srgbClr val="FBAE40"/>
          </p15:clr>
        </p15:guide>
        <p15:guide id="5" pos="97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.1_Sommaire titres 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Une image contenant personne, debout&#10;&#10;Description générée automatiquement">
            <a:extLst>
              <a:ext uri="{FF2B5EF4-FFF2-40B4-BE49-F238E27FC236}">
                <a16:creationId xmlns:a16="http://schemas.microsoft.com/office/drawing/2014/main" id="{F569CFA7-9653-3CAE-348E-9B1101CBD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388848"/>
            <a:ext cx="12191999" cy="2158500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435DE9F7-7732-7C0B-43E6-AC681DBC42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8021"/>
          <a:stretch/>
        </p:blipFill>
        <p:spPr>
          <a:xfrm rot="16200000">
            <a:off x="4487046" y="-493641"/>
            <a:ext cx="994201" cy="3724760"/>
          </a:xfrm>
          <a:prstGeom prst="rect">
            <a:avLst/>
          </a:prstGeom>
        </p:spPr>
      </p:pic>
      <p:sp>
        <p:nvSpPr>
          <p:cNvPr id="12" name="Espace réservé du numéro de diapositive 2">
            <a:extLst>
              <a:ext uri="{FF2B5EF4-FFF2-40B4-BE49-F238E27FC236}">
                <a16:creationId xmlns:a16="http://schemas.microsoft.com/office/drawing/2014/main" id="{1C7DB35A-BE80-4A58-869F-3EF6A77B1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6725617" y="6977168"/>
            <a:ext cx="481787" cy="198699"/>
          </a:xfrm>
        </p:spPr>
        <p:txBody>
          <a:bodyPr/>
          <a:lstStyle/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60C17E-3A55-2E25-062F-183580A00EE9}"/>
              </a:ext>
            </a:extLst>
          </p:cNvPr>
          <p:cNvSpPr/>
          <p:nvPr/>
        </p:nvSpPr>
        <p:spPr>
          <a:xfrm>
            <a:off x="597515" y="2006800"/>
            <a:ext cx="2520328" cy="17995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49828E-439A-5D03-6EBC-57FC2B81B757}"/>
              </a:ext>
            </a:extLst>
          </p:cNvPr>
          <p:cNvSpPr/>
          <p:nvPr/>
        </p:nvSpPr>
        <p:spPr>
          <a:xfrm>
            <a:off x="3412161" y="2006800"/>
            <a:ext cx="2520328" cy="17995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4E61B5-DD10-2A34-44E6-98982FB6C37C}"/>
              </a:ext>
            </a:extLst>
          </p:cNvPr>
          <p:cNvSpPr/>
          <p:nvPr/>
        </p:nvSpPr>
        <p:spPr>
          <a:xfrm>
            <a:off x="6226808" y="2006800"/>
            <a:ext cx="2520328" cy="17995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8687A2-35F9-CD5B-B9C2-93EA5F0A36BD}"/>
              </a:ext>
            </a:extLst>
          </p:cNvPr>
          <p:cNvSpPr/>
          <p:nvPr/>
        </p:nvSpPr>
        <p:spPr>
          <a:xfrm>
            <a:off x="9041453" y="2006800"/>
            <a:ext cx="2520328" cy="17995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989" y="1998977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2908" y="1998977"/>
            <a:ext cx="2520328" cy="1799583"/>
          </a:xfrm>
        </p:spPr>
        <p:txBody>
          <a:bodyPr lIns="108000" tIns="108000" rIns="72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0659" y="2008500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44831" y="2008500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7E0526-A424-807C-A0EE-4F4C2C7383E6}"/>
              </a:ext>
            </a:extLst>
          </p:cNvPr>
          <p:cNvSpPr/>
          <p:nvPr/>
        </p:nvSpPr>
        <p:spPr>
          <a:xfrm>
            <a:off x="597515" y="4134113"/>
            <a:ext cx="2520328" cy="17995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528E2E-B5EB-2811-DC9F-FBEED04AA8D8}"/>
              </a:ext>
            </a:extLst>
          </p:cNvPr>
          <p:cNvSpPr/>
          <p:nvPr/>
        </p:nvSpPr>
        <p:spPr>
          <a:xfrm>
            <a:off x="3412161" y="4134113"/>
            <a:ext cx="2520328" cy="1799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7D9B80-846B-B50A-18ED-4B904F710EED}"/>
              </a:ext>
            </a:extLst>
          </p:cNvPr>
          <p:cNvSpPr/>
          <p:nvPr/>
        </p:nvSpPr>
        <p:spPr>
          <a:xfrm>
            <a:off x="6226808" y="4134113"/>
            <a:ext cx="2520328" cy="17995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D8EFFB-4A49-F21E-6705-0958FCC566B7}"/>
              </a:ext>
            </a:extLst>
          </p:cNvPr>
          <p:cNvSpPr/>
          <p:nvPr/>
        </p:nvSpPr>
        <p:spPr>
          <a:xfrm>
            <a:off x="9041453" y="4134111"/>
            <a:ext cx="2553032" cy="18108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0619" y="4132413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413" y="4132638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6</a:t>
            </a:r>
            <a:endParaRPr lang="fr-FR" dirty="0"/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9513" y="4132413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7</a:t>
            </a:r>
            <a:endParaRPr lang="fr-FR" dirty="0"/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7805" y="4132413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8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1C3192-8C0B-5B59-FD70-C42DA6371BD7}"/>
              </a:ext>
            </a:extLst>
          </p:cNvPr>
          <p:cNvSpPr txBox="1"/>
          <p:nvPr/>
        </p:nvSpPr>
        <p:spPr>
          <a:xfrm>
            <a:off x="523532" y="665791"/>
            <a:ext cx="3447325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99" b="1" dirty="0">
                <a:solidFill>
                  <a:schemeClr val="bg1"/>
                </a:solidFill>
                <a:highlight>
                  <a:srgbClr val="000000"/>
                </a:highlight>
              </a:rPr>
              <a:t>Agenda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715CE7EF-3E79-C22E-DC5A-16769FC96729}"/>
              </a:ext>
            </a:extLst>
          </p:cNvPr>
          <p:cNvSpPr txBox="1">
            <a:spLocks/>
          </p:cNvSpPr>
          <p:nvPr/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D27D01-01E5-4FC8-B4B9-781E78408F61}" type="slidenum">
              <a:rPr lang="fr-FR" sz="900" smtClean="0"/>
              <a:pPr/>
              <a:t>‹Nr.›</a:t>
            </a:fld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2857783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787" userDrawn="1">
          <p15:clr>
            <a:srgbClr val="FBAE40"/>
          </p15:clr>
        </p15:guide>
        <p15:guide id="2" pos="493" userDrawn="1">
          <p15:clr>
            <a:srgbClr val="FBAE40"/>
          </p15:clr>
        </p15:guide>
        <p15:guide id="3" pos="5421" userDrawn="1">
          <p15:clr>
            <a:srgbClr val="FBAE40"/>
          </p15:clr>
        </p15:guide>
        <p15:guide id="4" orient="horz" pos="686" userDrawn="1">
          <p15:clr>
            <a:srgbClr val="FBAE40"/>
          </p15:clr>
        </p15:guide>
        <p15:guide id="5" pos="971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2_Sommaire titres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 descr="Une image contenant personne, debout&#10;&#10;Description générée automatiquement">
            <a:extLst>
              <a:ext uri="{FF2B5EF4-FFF2-40B4-BE49-F238E27FC236}">
                <a16:creationId xmlns:a16="http://schemas.microsoft.com/office/drawing/2014/main" id="{2719CB40-EF6B-8A53-3956-8C256310BA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388848"/>
            <a:ext cx="12191999" cy="2158500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17CC9600-D1CB-26CC-B91E-98581550F3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1622" t="-1364" r="-3457" b="1364"/>
          <a:stretch/>
        </p:blipFill>
        <p:spPr>
          <a:xfrm rot="16200000">
            <a:off x="3760992" y="25261"/>
            <a:ext cx="2344699" cy="372476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55B055-06C6-AAF6-8D7F-D6CEE77341C4}"/>
              </a:ext>
            </a:extLst>
          </p:cNvPr>
          <p:cNvSpPr/>
          <p:nvPr/>
        </p:nvSpPr>
        <p:spPr>
          <a:xfrm>
            <a:off x="836095" y="1957155"/>
            <a:ext cx="3060399" cy="19795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353FD5-CC6C-0BF9-8DB6-A6DF33B9F0B5}"/>
              </a:ext>
            </a:extLst>
          </p:cNvPr>
          <p:cNvSpPr/>
          <p:nvPr/>
        </p:nvSpPr>
        <p:spPr>
          <a:xfrm>
            <a:off x="4582050" y="1957155"/>
            <a:ext cx="3060399" cy="1979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B0C43A-BEE1-3781-C1A3-C1D730DA8223}"/>
              </a:ext>
            </a:extLst>
          </p:cNvPr>
          <p:cNvSpPr/>
          <p:nvPr/>
        </p:nvSpPr>
        <p:spPr>
          <a:xfrm>
            <a:off x="8328001" y="1957155"/>
            <a:ext cx="3060399" cy="1979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302DE7-C748-A3D9-773F-4589733F9D44}"/>
              </a:ext>
            </a:extLst>
          </p:cNvPr>
          <p:cNvSpPr/>
          <p:nvPr/>
        </p:nvSpPr>
        <p:spPr>
          <a:xfrm>
            <a:off x="858658" y="4344747"/>
            <a:ext cx="3060399" cy="19795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47182C-7624-E6DC-C334-9C84D4714766}"/>
              </a:ext>
            </a:extLst>
          </p:cNvPr>
          <p:cNvSpPr/>
          <p:nvPr/>
        </p:nvSpPr>
        <p:spPr>
          <a:xfrm>
            <a:off x="4598289" y="4355639"/>
            <a:ext cx="3060399" cy="19795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88BCBD-EFDD-2F82-F45A-9D6E0328579F}"/>
              </a:ext>
            </a:extLst>
          </p:cNvPr>
          <p:cNvSpPr/>
          <p:nvPr/>
        </p:nvSpPr>
        <p:spPr>
          <a:xfrm>
            <a:off x="8330535" y="4355639"/>
            <a:ext cx="3060399" cy="19795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095" y="1957156"/>
            <a:ext cx="3060399" cy="1979541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83525" y="1957155"/>
            <a:ext cx="3060399" cy="1979540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378" y="1957155"/>
            <a:ext cx="3060399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8658" y="4355642"/>
            <a:ext cx="3060399" cy="1968649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99082" y="4355641"/>
            <a:ext cx="3060399" cy="1968648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30535" y="4355641"/>
            <a:ext cx="3060399" cy="1968648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6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729BC08-939E-E59C-2D57-743EE26049D9}"/>
              </a:ext>
            </a:extLst>
          </p:cNvPr>
          <p:cNvSpPr txBox="1"/>
          <p:nvPr/>
        </p:nvSpPr>
        <p:spPr>
          <a:xfrm>
            <a:off x="523532" y="665791"/>
            <a:ext cx="3447325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99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FBE5E9-382F-42F9-4CDC-33040CAB3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970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3_Sommaire titres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 descr="Une image contenant personne, debout&#10;&#10;Description générée automatiquement">
            <a:extLst>
              <a:ext uri="{FF2B5EF4-FFF2-40B4-BE49-F238E27FC236}">
                <a16:creationId xmlns:a16="http://schemas.microsoft.com/office/drawing/2014/main" id="{2719CB40-EF6B-8A53-3956-8C256310BA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388848"/>
            <a:ext cx="12191999" cy="215850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1D65652F-BDFD-1439-207F-FE0831C305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979" t="8156" r="-9527" b="9875"/>
          <a:stretch/>
        </p:blipFill>
        <p:spPr>
          <a:xfrm>
            <a:off x="3104587" y="-534262"/>
            <a:ext cx="5933371" cy="552642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55B055-06C6-AAF6-8D7F-D6CEE77341C4}"/>
              </a:ext>
            </a:extLst>
          </p:cNvPr>
          <p:cNvSpPr/>
          <p:nvPr/>
        </p:nvSpPr>
        <p:spPr>
          <a:xfrm>
            <a:off x="851099" y="1954719"/>
            <a:ext cx="3060399" cy="19795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B0C43A-BEE1-3781-C1A3-C1D730DA8223}"/>
              </a:ext>
            </a:extLst>
          </p:cNvPr>
          <p:cNvSpPr/>
          <p:nvPr/>
        </p:nvSpPr>
        <p:spPr>
          <a:xfrm>
            <a:off x="8323953" y="1957155"/>
            <a:ext cx="3060399" cy="1979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302DE7-C748-A3D9-773F-4589733F9D44}"/>
              </a:ext>
            </a:extLst>
          </p:cNvPr>
          <p:cNvSpPr/>
          <p:nvPr/>
        </p:nvSpPr>
        <p:spPr>
          <a:xfrm>
            <a:off x="2644998" y="4344747"/>
            <a:ext cx="3060399" cy="19795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353FD5-CC6C-0BF9-8DB6-A6DF33B9F0B5}"/>
              </a:ext>
            </a:extLst>
          </p:cNvPr>
          <p:cNvSpPr/>
          <p:nvPr/>
        </p:nvSpPr>
        <p:spPr>
          <a:xfrm>
            <a:off x="4582049" y="1957155"/>
            <a:ext cx="3060399" cy="1979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47182C-7624-E6DC-C334-9C84D4714766}"/>
              </a:ext>
            </a:extLst>
          </p:cNvPr>
          <p:cNvSpPr/>
          <p:nvPr/>
        </p:nvSpPr>
        <p:spPr>
          <a:xfrm>
            <a:off x="6389662" y="4355639"/>
            <a:ext cx="3060399" cy="19795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095" y="1957151"/>
            <a:ext cx="3060399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8059" y="1959485"/>
            <a:ext cx="3060399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20023" y="1966157"/>
            <a:ext cx="3060399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9521" y="4356737"/>
            <a:ext cx="3060399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455" y="4363766"/>
            <a:ext cx="3060399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A31C8197-1CEE-E220-529E-25763491A6AD}"/>
              </a:ext>
            </a:extLst>
          </p:cNvPr>
          <p:cNvCxnSpPr>
            <a:cxnSpLocks/>
          </p:cNvCxnSpPr>
          <p:nvPr/>
        </p:nvCxnSpPr>
        <p:spPr>
          <a:xfrm>
            <a:off x="11441509" y="3429000"/>
            <a:ext cx="7921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7DB0708F-E886-DBB6-3CB0-CE45BF078E4C}"/>
              </a:ext>
            </a:extLst>
          </p:cNvPr>
          <p:cNvSpPr txBox="1"/>
          <p:nvPr/>
        </p:nvSpPr>
        <p:spPr>
          <a:xfrm>
            <a:off x="523532" y="665791"/>
            <a:ext cx="3447325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99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B47379-92EA-54CC-609C-4CFAA782E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395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;4_Sommaire titres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8229AA14-5D11-1BD9-A88F-010929A8AD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897" b="14673"/>
          <a:stretch/>
        </p:blipFill>
        <p:spPr>
          <a:xfrm>
            <a:off x="2471518" y="716866"/>
            <a:ext cx="8968479" cy="6141134"/>
          </a:xfrm>
          <a:prstGeom prst="rect">
            <a:avLst/>
          </a:prstGeom>
        </p:spPr>
      </p:pic>
      <p:pic>
        <p:nvPicPr>
          <p:cNvPr id="27" name="Image 26" descr="Une image contenant personne, debout&#10;&#10;Description générée automatiquement">
            <a:extLst>
              <a:ext uri="{FF2B5EF4-FFF2-40B4-BE49-F238E27FC236}">
                <a16:creationId xmlns:a16="http://schemas.microsoft.com/office/drawing/2014/main" id="{2719CB40-EF6B-8A53-3956-8C256310BA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393609"/>
            <a:ext cx="12191999" cy="21585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55B055-06C6-AAF6-8D7F-D6CEE77341C4}"/>
              </a:ext>
            </a:extLst>
          </p:cNvPr>
          <p:cNvSpPr/>
          <p:nvPr/>
        </p:nvSpPr>
        <p:spPr>
          <a:xfrm>
            <a:off x="752005" y="1957155"/>
            <a:ext cx="3060399" cy="19795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353FD5-CC6C-0BF9-8DB6-A6DF33B9F0B5}"/>
              </a:ext>
            </a:extLst>
          </p:cNvPr>
          <p:cNvSpPr/>
          <p:nvPr/>
        </p:nvSpPr>
        <p:spPr>
          <a:xfrm>
            <a:off x="4497958" y="1957155"/>
            <a:ext cx="3060399" cy="1979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B0C43A-BEE1-3781-C1A3-C1D730DA8223}"/>
              </a:ext>
            </a:extLst>
          </p:cNvPr>
          <p:cNvSpPr/>
          <p:nvPr/>
        </p:nvSpPr>
        <p:spPr>
          <a:xfrm>
            <a:off x="8243910" y="1957155"/>
            <a:ext cx="3060399" cy="1979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302DE7-C748-A3D9-773F-4589733F9D44}"/>
              </a:ext>
            </a:extLst>
          </p:cNvPr>
          <p:cNvSpPr/>
          <p:nvPr/>
        </p:nvSpPr>
        <p:spPr>
          <a:xfrm>
            <a:off x="4504481" y="4365814"/>
            <a:ext cx="3060399" cy="19795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2005" y="1961915"/>
            <a:ext cx="3060399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3969" y="1969993"/>
            <a:ext cx="3060399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5933" y="1966157"/>
            <a:ext cx="3060399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04481" y="4367297"/>
            <a:ext cx="3060399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66D3FEA-ED77-FEE0-447C-73ADF0F7DE19}"/>
              </a:ext>
            </a:extLst>
          </p:cNvPr>
          <p:cNvSpPr txBox="1"/>
          <p:nvPr/>
        </p:nvSpPr>
        <p:spPr>
          <a:xfrm>
            <a:off x="523532" y="665791"/>
            <a:ext cx="3447325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99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19F51D6-4877-B745-BF35-11B4884E922D}"/>
              </a:ext>
            </a:extLst>
          </p:cNvPr>
          <p:cNvSpPr/>
          <p:nvPr/>
        </p:nvSpPr>
        <p:spPr>
          <a:xfrm>
            <a:off x="1190781" y="14288"/>
            <a:ext cx="676363" cy="323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F6E3832D-4839-E4C6-B70E-5716CAB3A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4935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;5_Sommaire titre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7435C747-FB51-38E5-160D-3F1EA51EFE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968" b="33565"/>
          <a:stretch/>
        </p:blipFill>
        <p:spPr>
          <a:xfrm>
            <a:off x="228631" y="2451437"/>
            <a:ext cx="10795255" cy="4375449"/>
          </a:xfrm>
          <a:prstGeom prst="rect">
            <a:avLst/>
          </a:prstGeom>
        </p:spPr>
      </p:pic>
      <p:pic>
        <p:nvPicPr>
          <p:cNvPr id="27" name="Image 26" descr="Une image contenant personne, debout&#10;&#10;Description générée automatiquement">
            <a:extLst>
              <a:ext uri="{FF2B5EF4-FFF2-40B4-BE49-F238E27FC236}">
                <a16:creationId xmlns:a16="http://schemas.microsoft.com/office/drawing/2014/main" id="{2719CB40-EF6B-8A53-3956-8C256310BA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" y="388847"/>
            <a:ext cx="12191999" cy="21585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55B055-06C6-AAF6-8D7F-D6CEE77341C4}"/>
              </a:ext>
            </a:extLst>
          </p:cNvPr>
          <p:cNvSpPr/>
          <p:nvPr/>
        </p:nvSpPr>
        <p:spPr>
          <a:xfrm>
            <a:off x="752005" y="1957155"/>
            <a:ext cx="3060399" cy="19795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353FD5-CC6C-0BF9-8DB6-A6DF33B9F0B5}"/>
              </a:ext>
            </a:extLst>
          </p:cNvPr>
          <p:cNvSpPr/>
          <p:nvPr/>
        </p:nvSpPr>
        <p:spPr>
          <a:xfrm>
            <a:off x="4497958" y="1957155"/>
            <a:ext cx="3060399" cy="1979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B0C43A-BEE1-3781-C1A3-C1D730DA8223}"/>
              </a:ext>
            </a:extLst>
          </p:cNvPr>
          <p:cNvSpPr/>
          <p:nvPr/>
        </p:nvSpPr>
        <p:spPr>
          <a:xfrm>
            <a:off x="8243910" y="1957155"/>
            <a:ext cx="3060399" cy="1979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2005" y="1961915"/>
            <a:ext cx="3060399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3969" y="1959485"/>
            <a:ext cx="3060399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5933" y="1966157"/>
            <a:ext cx="3060399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5597F9D-EACE-5144-0FD4-817FCAAAA794}"/>
              </a:ext>
            </a:extLst>
          </p:cNvPr>
          <p:cNvSpPr txBox="1"/>
          <p:nvPr/>
        </p:nvSpPr>
        <p:spPr>
          <a:xfrm>
            <a:off x="523532" y="665791"/>
            <a:ext cx="3447325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99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80D885-ED33-92BD-BA52-AF9E1E498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859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604D006-319C-1DC7-3442-B43333800F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47613"/>
            <a:ext cx="12192000" cy="2615435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46F63AD5-149A-97F1-DD65-8EA5F9F4ED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9298" r="964"/>
          <a:stretch/>
        </p:blipFill>
        <p:spPr>
          <a:xfrm rot="16200000">
            <a:off x="8422043" y="5273631"/>
            <a:ext cx="1041400" cy="2127343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1A9EAA4-CF4F-070B-5907-479D8B55E62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157"/>
          <a:stretch>
            <a:fillRect/>
          </a:stretch>
        </p:blipFill>
        <p:spPr>
          <a:xfrm rot="21391624" flipH="1">
            <a:off x="9529676" y="1701323"/>
            <a:ext cx="2714627" cy="1644535"/>
          </a:xfrm>
          <a:custGeom>
            <a:avLst/>
            <a:gdLst>
              <a:gd name="connsiteX0" fmla="*/ 0 w 2714626"/>
              <a:gd name="connsiteY0" fmla="*/ 0 h 1644535"/>
              <a:gd name="connsiteX1" fmla="*/ 99804 w 2714626"/>
              <a:gd name="connsiteY1" fmla="*/ 1644535 h 1644535"/>
              <a:gd name="connsiteX2" fmla="*/ 2714626 w 2714626"/>
              <a:gd name="connsiteY2" fmla="*/ 1644535 h 1644535"/>
              <a:gd name="connsiteX3" fmla="*/ 2714626 w 2714626"/>
              <a:gd name="connsiteY3" fmla="*/ 0 h 164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26" h="1644535">
                <a:moveTo>
                  <a:pt x="0" y="0"/>
                </a:moveTo>
                <a:lnTo>
                  <a:pt x="99804" y="1644535"/>
                </a:lnTo>
                <a:lnTo>
                  <a:pt x="2714626" y="1644535"/>
                </a:lnTo>
                <a:lnTo>
                  <a:pt x="2714626" y="0"/>
                </a:lnTo>
                <a:close/>
              </a:path>
            </a:pathLst>
          </a:cu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F42EABF-CEF8-A20E-56EE-8B17D8F7E3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936" y="3537600"/>
            <a:ext cx="3086531" cy="1981477"/>
          </a:xfrm>
          <a:prstGeom prst="rect">
            <a:avLst/>
          </a:prstGeom>
        </p:spPr>
      </p:pic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6C12F2F1-48C8-C79F-8DEF-125C71C49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1E7AE1B-899A-C8D4-A549-91C4C33922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1716" y="3513205"/>
            <a:ext cx="6870787" cy="19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604D006-319C-1DC7-3442-B43333800F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47613"/>
            <a:ext cx="12192000" cy="2615435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46F63AD5-149A-97F1-DD65-8EA5F9F4ED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9298" r="964"/>
          <a:stretch/>
        </p:blipFill>
        <p:spPr>
          <a:xfrm rot="16200000">
            <a:off x="8422043" y="5273631"/>
            <a:ext cx="1041400" cy="2127343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1A9EAA4-CF4F-070B-5907-479D8B55E62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157"/>
          <a:stretch>
            <a:fillRect/>
          </a:stretch>
        </p:blipFill>
        <p:spPr>
          <a:xfrm rot="21391624" flipH="1">
            <a:off x="9529676" y="1701323"/>
            <a:ext cx="2714627" cy="1644535"/>
          </a:xfrm>
          <a:custGeom>
            <a:avLst/>
            <a:gdLst>
              <a:gd name="connsiteX0" fmla="*/ 0 w 2714626"/>
              <a:gd name="connsiteY0" fmla="*/ 0 h 1644535"/>
              <a:gd name="connsiteX1" fmla="*/ 99804 w 2714626"/>
              <a:gd name="connsiteY1" fmla="*/ 1644535 h 1644535"/>
              <a:gd name="connsiteX2" fmla="*/ 2714626 w 2714626"/>
              <a:gd name="connsiteY2" fmla="*/ 1644535 h 1644535"/>
              <a:gd name="connsiteX3" fmla="*/ 2714626 w 2714626"/>
              <a:gd name="connsiteY3" fmla="*/ 0 h 164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26" h="1644535">
                <a:moveTo>
                  <a:pt x="0" y="0"/>
                </a:moveTo>
                <a:lnTo>
                  <a:pt x="99804" y="1644535"/>
                </a:lnTo>
                <a:lnTo>
                  <a:pt x="2714626" y="1644535"/>
                </a:lnTo>
                <a:lnTo>
                  <a:pt x="2714626" y="0"/>
                </a:lnTo>
                <a:close/>
              </a:path>
            </a:pathLst>
          </a:custGeom>
        </p:spPr>
      </p:pic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6C12F2F1-48C8-C79F-8DEF-125C71C49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A757EF0-62FB-235F-F696-BCEF2240D1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098" y="3355367"/>
            <a:ext cx="11229805" cy="22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8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9D655-4236-BD32-6B21-81519DF5E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581EE0-B288-26FE-0F01-A2C6A658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7A034BA3-7748-800C-8DD5-EA4F127E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8698" y="826025"/>
            <a:ext cx="7631717" cy="5491705"/>
          </a:xfrm>
          <a:prstGeom prst="rect">
            <a:avLst/>
          </a:prstGeom>
        </p:spPr>
        <p:txBody>
          <a:bodyPr vert="horz" lIns="0" tIns="7200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58F910CD-DE31-923A-BDF0-EF63212B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/>
              <a:t>Mastertitelformat bearbeiten</a:t>
            </a:r>
            <a:endParaRPr lang="fr-FR" dirty="0"/>
          </a:p>
        </p:txBody>
      </p:sp>
      <p:pic>
        <p:nvPicPr>
          <p:cNvPr id="10" name="Graphique 19">
            <a:extLst>
              <a:ext uri="{FF2B5EF4-FFF2-40B4-BE49-F238E27FC236}">
                <a16:creationId xmlns:a16="http://schemas.microsoft.com/office/drawing/2014/main" id="{2F08121F-53CA-BB7D-966D-048FD01EAF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51"/>
          <a:stretch/>
        </p:blipFill>
        <p:spPr>
          <a:xfrm flipH="1">
            <a:off x="587452" y="2189950"/>
            <a:ext cx="2600664" cy="46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6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6C69603-885A-FD00-4CC0-8F704E503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1934DD-36B5-0507-5F75-DF6C930F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5" name="Espace réservé du titre 1">
            <a:extLst>
              <a:ext uri="{FF2B5EF4-FFF2-40B4-BE49-F238E27FC236}">
                <a16:creationId xmlns:a16="http://schemas.microsoft.com/office/drawing/2014/main" id="{7A468233-DFF8-FEB0-686D-4761D916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/>
              <a:t>Mastertitelformat bearbeiten</a:t>
            </a:r>
            <a:endParaRPr lang="fr-FR" dirty="0"/>
          </a:p>
        </p:txBody>
      </p:sp>
      <p:pic>
        <p:nvPicPr>
          <p:cNvPr id="6" name="Graphique 19">
            <a:extLst>
              <a:ext uri="{FF2B5EF4-FFF2-40B4-BE49-F238E27FC236}">
                <a16:creationId xmlns:a16="http://schemas.microsoft.com/office/drawing/2014/main" id="{7DF389D0-DC50-EB08-E2D3-9FD60AA606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51"/>
          <a:stretch/>
        </p:blipFill>
        <p:spPr>
          <a:xfrm flipH="1">
            <a:off x="587452" y="2189950"/>
            <a:ext cx="2600664" cy="46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18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6">
            <a:extLst>
              <a:ext uri="{FF2B5EF4-FFF2-40B4-BE49-F238E27FC236}">
                <a16:creationId xmlns:a16="http://schemas.microsoft.com/office/drawing/2014/main" id="{51D3F936-2AE6-929A-22AA-177B793BA6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70"/>
          <a:stretch/>
        </p:blipFill>
        <p:spPr>
          <a:xfrm>
            <a:off x="1" y="237818"/>
            <a:ext cx="11893811" cy="6411888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7B5317-07CA-1F63-E5F3-982C413D2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170FA4-30E3-56C7-B579-B168E13D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83C7507-140F-FD95-AC2C-DCB026D1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78" y="801504"/>
            <a:ext cx="11296535" cy="575867"/>
          </a:xfrm>
          <a:solidFill>
            <a:schemeClr val="bg1"/>
          </a:solidFill>
        </p:spPr>
        <p:txBody>
          <a:bodyPr bIns="108000" anchor="ctr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7002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CC275F-9EE1-4238-D9E4-45238A27E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758DFE-8BD7-B3E7-C5DF-97693FD8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284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19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4293096"/>
            <a:ext cx="11328399" cy="1584176"/>
          </a:xfrm>
          <a:prstGeom prst="rect">
            <a:avLst/>
          </a:prstGeom>
        </p:spPr>
        <p:txBody>
          <a:bodyPr lIns="90000" anchor="t"/>
          <a:lstStyle>
            <a:lvl1pPr marL="342900" indent="-342900">
              <a:buNone/>
              <a:defRPr lang="de-DE" sz="2000" dirty="0" smtClean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de-DE" dirty="0"/>
              <a:t>Untertitel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431801" y="3459434"/>
            <a:ext cx="11328400" cy="833663"/>
          </a:xfrm>
        </p:spPr>
        <p:txBody>
          <a:bodyPr anchor="b"/>
          <a:lstStyle>
            <a:lvl1pPr>
              <a:defRPr sz="4000" baseline="0"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Thema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459581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464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31371" y="1295401"/>
            <a:ext cx="5450557" cy="50139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 marL="574675" indent="-285750"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7213" indent="-285750"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88619" y="1295401"/>
            <a:ext cx="5471581" cy="50139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C1633E4-9377-3D40-89DC-F89FB735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6FB4C1B-6CE1-BA45-93E0-6EF594CC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9D74992-862A-FD4F-9B7B-D381264D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8F1AFF-A89A-45C1-8934-11C83CD42459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217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4642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A2E5202-2A3E-42A4-8AD5-6C0196D47B08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9" name="Textplatzhalter 9"/>
          <p:cNvSpPr>
            <a:spLocks noGrp="1"/>
          </p:cNvSpPr>
          <p:nvPr>
            <p:ph idx="1"/>
          </p:nvPr>
        </p:nvSpPr>
        <p:spPr>
          <a:xfrm>
            <a:off x="431800" y="1196752"/>
            <a:ext cx="11328400" cy="5090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857052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46422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D7724-776E-4EE9-8953-95757719DA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73782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1_Cha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1">
            <a:extLst>
              <a:ext uri="{FF2B5EF4-FFF2-40B4-BE49-F238E27FC236}">
                <a16:creationId xmlns:a16="http://schemas.microsoft.com/office/drawing/2014/main" id="{DD686CB2-E740-C680-FA5D-E7AB3F22F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433" r="9759" b="-1280"/>
          <a:stretch/>
        </p:blipFill>
        <p:spPr>
          <a:xfrm flipV="1">
            <a:off x="1345911" y="606834"/>
            <a:ext cx="10907051" cy="6312127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4B060D70-6AE1-D90C-A3F3-99FD5A6C1A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39" name="Titre 1">
            <a:extLst>
              <a:ext uri="{FF2B5EF4-FFF2-40B4-BE49-F238E27FC236}">
                <a16:creationId xmlns:a16="http://schemas.microsoft.com/office/drawing/2014/main" id="{F4F090B6-0C3B-E19C-3539-580215F48D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287" y="1594646"/>
            <a:ext cx="5580727" cy="669831"/>
          </a:xfrm>
          <a:solidFill>
            <a:schemeClr val="bg2"/>
          </a:solidFill>
          <a:ln>
            <a:noFill/>
          </a:ln>
        </p:spPr>
        <p:txBody>
          <a:bodyPr vert="horz" wrap="square" lIns="0" tIns="108000" rIns="0" bIns="14400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41" name="Espace réservé du texte 2">
            <a:extLst>
              <a:ext uri="{FF2B5EF4-FFF2-40B4-BE49-F238E27FC236}">
                <a16:creationId xmlns:a16="http://schemas.microsoft.com/office/drawing/2014/main" id="{0F8BA553-4776-1FD2-C95D-337EC209A0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1315" y="4816397"/>
            <a:ext cx="5725172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id="{DFC640DE-AAAE-1664-ECEE-F7C60746F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1315" y="5270493"/>
            <a:ext cx="5724000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43" name="Espace réservé du texte 6">
            <a:extLst>
              <a:ext uri="{FF2B5EF4-FFF2-40B4-BE49-F238E27FC236}">
                <a16:creationId xmlns:a16="http://schemas.microsoft.com/office/drawing/2014/main" id="{7BDFD8E5-AA4E-8C3B-2409-7D048C28D4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1315" y="5724589"/>
            <a:ext cx="5725172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45" name="Espace réservé du texte 2">
            <a:extLst>
              <a:ext uri="{FF2B5EF4-FFF2-40B4-BE49-F238E27FC236}">
                <a16:creationId xmlns:a16="http://schemas.microsoft.com/office/drawing/2014/main" id="{95F01CE8-9928-2332-C56B-44877E272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1315" y="4362301"/>
            <a:ext cx="5725172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46" name="Espace réservé du texte 2">
            <a:extLst>
              <a:ext uri="{FF2B5EF4-FFF2-40B4-BE49-F238E27FC236}">
                <a16:creationId xmlns:a16="http://schemas.microsoft.com/office/drawing/2014/main" id="{1FD982BC-3829-62F9-BB94-8A2D49F267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1315" y="2545917"/>
            <a:ext cx="5725172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47" name="Espace réservé du texte 4">
            <a:extLst>
              <a:ext uri="{FF2B5EF4-FFF2-40B4-BE49-F238E27FC236}">
                <a16:creationId xmlns:a16="http://schemas.microsoft.com/office/drawing/2014/main" id="{531461EA-5B30-22D7-28CB-1D97842D93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1315" y="3000013"/>
            <a:ext cx="5724000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48" name="Espace réservé du texte 6">
            <a:extLst>
              <a:ext uri="{FF2B5EF4-FFF2-40B4-BE49-F238E27FC236}">
                <a16:creationId xmlns:a16="http://schemas.microsoft.com/office/drawing/2014/main" id="{377A29EE-FD6E-D341-4388-3E6106144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1315" y="3454109"/>
            <a:ext cx="5725172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50" name="Espace réservé du texte 2">
            <a:extLst>
              <a:ext uri="{FF2B5EF4-FFF2-40B4-BE49-F238E27FC236}">
                <a16:creationId xmlns:a16="http://schemas.microsoft.com/office/drawing/2014/main" id="{2FC3CFE5-2C3C-7327-EDA4-13153F2261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1315" y="2091821"/>
            <a:ext cx="5725172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0F9234BC-A76B-5CB2-5E61-81602705E2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41315" y="3908205"/>
            <a:ext cx="5725172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543DFA40-47BF-0AFF-3AB6-764632D8464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1315" y="6178689"/>
            <a:ext cx="5725172" cy="467892"/>
          </a:xfrm>
          <a:prstGeom prst="rect">
            <a:avLst/>
          </a:prstGeom>
          <a:solidFill>
            <a:srgbClr val="733909"/>
          </a:solidFill>
        </p:spPr>
        <p:txBody>
          <a:bodyPr lIns="0" tIns="0" rIns="72000" bIns="0" anchor="ctr" anchorCtr="0">
            <a:normAutofit/>
          </a:bodyPr>
          <a:lstStyle>
            <a:lvl1pPr marL="256500" indent="-25650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4848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331B4E9D-F9C0-196C-3C41-CD6CCFF31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95FBD11C-4123-3594-6BFD-BA5F758EF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3279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DD85B408-EA69-3053-19C9-52F9F3665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56AFC33D-481B-0C5A-ED54-29EE9FC26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801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C2C8C28D-6539-8746-8EA5-4017117BA3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8066B4F1-0E42-96C9-E8A5-843CF718F09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168A7087-D6EE-FEA5-E7F1-B57D540BD4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DC5D3734-EF63-92D0-595A-515DD71B8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1E907E3D-7778-57C9-6956-52379491D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98325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13894" y="843719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7EA23E40-C027-802D-5535-30727D9CBDA8}"/>
              </a:ext>
            </a:extLst>
          </p:cNvPr>
          <p:cNvSpPr/>
          <p:nvPr/>
        </p:nvSpPr>
        <p:spPr>
          <a:xfrm>
            <a:off x="2754082" y="4183374"/>
            <a:ext cx="827697" cy="827397"/>
          </a:xfrm>
          <a:custGeom>
            <a:avLst/>
            <a:gdLst>
              <a:gd name="connsiteX0" fmla="*/ 827590 w 827589"/>
              <a:gd name="connsiteY0" fmla="*/ 413795 h 827589"/>
              <a:gd name="connsiteX1" fmla="*/ 413795 w 827589"/>
              <a:gd name="connsiteY1" fmla="*/ 827589 h 827589"/>
              <a:gd name="connsiteX2" fmla="*/ 0 w 827589"/>
              <a:gd name="connsiteY2" fmla="*/ 413795 h 827589"/>
              <a:gd name="connsiteX3" fmla="*/ 413795 w 827589"/>
              <a:gd name="connsiteY3" fmla="*/ 0 h 827589"/>
              <a:gd name="connsiteX4" fmla="*/ 827590 w 827589"/>
              <a:gd name="connsiteY4" fmla="*/ 413795 h 827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589" h="827589">
                <a:moveTo>
                  <a:pt x="827590" y="413795"/>
                </a:moveTo>
                <a:cubicBezTo>
                  <a:pt x="827590" y="642327"/>
                  <a:pt x="642327" y="827589"/>
                  <a:pt x="413795" y="827589"/>
                </a:cubicBezTo>
                <a:cubicBezTo>
                  <a:pt x="185262" y="827589"/>
                  <a:pt x="0" y="642327"/>
                  <a:pt x="0" y="413795"/>
                </a:cubicBezTo>
                <a:cubicBezTo>
                  <a:pt x="0" y="185262"/>
                  <a:pt x="185262" y="0"/>
                  <a:pt x="413795" y="0"/>
                </a:cubicBezTo>
                <a:cubicBezTo>
                  <a:pt x="642327" y="0"/>
                  <a:pt x="827590" y="185262"/>
                  <a:pt x="827590" y="413795"/>
                </a:cubicBezTo>
                <a:close/>
              </a:path>
            </a:pathLst>
          </a:custGeom>
          <a:noFill/>
          <a:ln w="853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fr-FR" sz="1350" dirty="0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E753F0B7-1EB6-2CC1-E1A6-E5DF157AA3C8}"/>
              </a:ext>
            </a:extLst>
          </p:cNvPr>
          <p:cNvSpPr/>
          <p:nvPr/>
        </p:nvSpPr>
        <p:spPr>
          <a:xfrm>
            <a:off x="2792832" y="4222112"/>
            <a:ext cx="750192" cy="749919"/>
          </a:xfrm>
          <a:custGeom>
            <a:avLst/>
            <a:gdLst>
              <a:gd name="connsiteX0" fmla="*/ 750094 w 750094"/>
              <a:gd name="connsiteY0" fmla="*/ 375047 h 750093"/>
              <a:gd name="connsiteX1" fmla="*/ 375047 w 750094"/>
              <a:gd name="connsiteY1" fmla="*/ 750094 h 750093"/>
              <a:gd name="connsiteX2" fmla="*/ 0 w 750094"/>
              <a:gd name="connsiteY2" fmla="*/ 375047 h 750093"/>
              <a:gd name="connsiteX3" fmla="*/ 375047 w 750094"/>
              <a:gd name="connsiteY3" fmla="*/ 0 h 750093"/>
              <a:gd name="connsiteX4" fmla="*/ 750094 w 750094"/>
              <a:gd name="connsiteY4" fmla="*/ 375047 h 75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094" h="750093">
                <a:moveTo>
                  <a:pt x="750094" y="375047"/>
                </a:moveTo>
                <a:cubicBezTo>
                  <a:pt x="750094" y="582180"/>
                  <a:pt x="582180" y="750094"/>
                  <a:pt x="375047" y="750094"/>
                </a:cubicBezTo>
                <a:cubicBezTo>
                  <a:pt x="167914" y="750094"/>
                  <a:pt x="0" y="582180"/>
                  <a:pt x="0" y="375047"/>
                </a:cubicBezTo>
                <a:cubicBezTo>
                  <a:pt x="0" y="167914"/>
                  <a:pt x="167914" y="0"/>
                  <a:pt x="375047" y="0"/>
                </a:cubicBezTo>
                <a:cubicBezTo>
                  <a:pt x="582180" y="0"/>
                  <a:pt x="750094" y="167914"/>
                  <a:pt x="750094" y="375047"/>
                </a:cubicBezTo>
                <a:close/>
              </a:path>
            </a:pathLst>
          </a:custGeom>
          <a:solidFill>
            <a:schemeClr val="bg2"/>
          </a:solidFill>
          <a:ln w="426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fr-FR" sz="1350" dirty="0"/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24FC0465-D52B-05C6-98D9-7BFC25D6C8D1}"/>
              </a:ext>
            </a:extLst>
          </p:cNvPr>
          <p:cNvSpPr/>
          <p:nvPr/>
        </p:nvSpPr>
        <p:spPr>
          <a:xfrm>
            <a:off x="3548214" y="4591263"/>
            <a:ext cx="4287" cy="278"/>
          </a:xfrm>
          <a:custGeom>
            <a:avLst/>
            <a:gdLst>
              <a:gd name="connsiteX0" fmla="*/ 0 w 4286"/>
              <a:gd name="connsiteY0" fmla="*/ 279 h 278"/>
              <a:gd name="connsiteX1" fmla="*/ 0 w 4286"/>
              <a:gd name="connsiteY1" fmla="*/ 279 h 278"/>
              <a:gd name="connsiteX2" fmla="*/ 0 w 4286"/>
              <a:gd name="connsiteY2" fmla="*/ 279 h 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" h="278">
                <a:moveTo>
                  <a:pt x="0" y="279"/>
                </a:moveTo>
                <a:cubicBezTo>
                  <a:pt x="0" y="279"/>
                  <a:pt x="0" y="279"/>
                  <a:pt x="0" y="279"/>
                </a:cubicBezTo>
                <a:cubicBezTo>
                  <a:pt x="0" y="22"/>
                  <a:pt x="0" y="-193"/>
                  <a:pt x="0" y="279"/>
                </a:cubicBezTo>
                <a:close/>
              </a:path>
            </a:pathLst>
          </a:custGeom>
          <a:solidFill>
            <a:srgbClr val="8265A9"/>
          </a:solidFill>
          <a:ln w="4267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0" dirty="0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BFB6B839-790F-152A-186B-1AEFEDC92E99}"/>
              </a:ext>
            </a:extLst>
          </p:cNvPr>
          <p:cNvSpPr/>
          <p:nvPr/>
        </p:nvSpPr>
        <p:spPr>
          <a:xfrm>
            <a:off x="3548214" y="4591542"/>
            <a:ext cx="4287" cy="278"/>
          </a:xfrm>
          <a:custGeom>
            <a:avLst/>
            <a:gdLst>
              <a:gd name="connsiteX0" fmla="*/ 0 w 4286"/>
              <a:gd name="connsiteY0" fmla="*/ 0 h 278"/>
              <a:gd name="connsiteX1" fmla="*/ 0 w 4286"/>
              <a:gd name="connsiteY1" fmla="*/ 0 h 278"/>
              <a:gd name="connsiteX2" fmla="*/ 0 w 4286"/>
              <a:gd name="connsiteY2" fmla="*/ 0 h 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" h="278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71"/>
                  <a:pt x="0" y="257"/>
                  <a:pt x="0" y="0"/>
                </a:cubicBezTo>
                <a:close/>
              </a:path>
            </a:pathLst>
          </a:custGeom>
          <a:solidFill>
            <a:srgbClr val="8265A9"/>
          </a:solidFill>
          <a:ln w="4267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0" dirty="0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0FCADA55-AD93-7FC3-F62A-A82852ECFB63}"/>
              </a:ext>
            </a:extLst>
          </p:cNvPr>
          <p:cNvSpPr/>
          <p:nvPr/>
        </p:nvSpPr>
        <p:spPr>
          <a:xfrm>
            <a:off x="3170502" y="4147250"/>
            <a:ext cx="650521" cy="508570"/>
          </a:xfrm>
          <a:custGeom>
            <a:avLst/>
            <a:gdLst>
              <a:gd name="connsiteX0" fmla="*/ 598404 w 650436"/>
              <a:gd name="connsiteY0" fmla="*/ 403804 h 508688"/>
              <a:gd name="connsiteX1" fmla="*/ 556656 w 650436"/>
              <a:gd name="connsiteY1" fmla="*/ 424078 h 508688"/>
              <a:gd name="connsiteX2" fmla="*/ 452328 w 650436"/>
              <a:gd name="connsiteY2" fmla="*/ 422663 h 508688"/>
              <a:gd name="connsiteX3" fmla="*/ 213713 w 650436"/>
              <a:gd name="connsiteY3" fmla="*/ 51517 h 508688"/>
              <a:gd name="connsiteX4" fmla="*/ 0 w 650436"/>
              <a:gd name="connsiteY4" fmla="*/ 82 h 508688"/>
              <a:gd name="connsiteX5" fmla="*/ 0 w 650436"/>
              <a:gd name="connsiteY5" fmla="*/ 75134 h 508688"/>
              <a:gd name="connsiteX6" fmla="*/ 173293 w 650436"/>
              <a:gd name="connsiteY6" fmla="*/ 119325 h 508688"/>
              <a:gd name="connsiteX7" fmla="*/ 369861 w 650436"/>
              <a:gd name="connsiteY7" fmla="*/ 405990 h 508688"/>
              <a:gd name="connsiteX8" fmla="*/ 370889 w 650436"/>
              <a:gd name="connsiteY8" fmla="*/ 486700 h 508688"/>
              <a:gd name="connsiteX9" fmla="*/ 556656 w 650436"/>
              <a:gd name="connsiteY9" fmla="*/ 488414 h 508688"/>
              <a:gd name="connsiteX10" fmla="*/ 598018 w 650436"/>
              <a:gd name="connsiteY10" fmla="*/ 508688 h 508688"/>
              <a:gd name="connsiteX11" fmla="*/ 650396 w 650436"/>
              <a:gd name="connsiteY11" fmla="*/ 454167 h 508688"/>
              <a:gd name="connsiteX12" fmla="*/ 598404 w 650436"/>
              <a:gd name="connsiteY12" fmla="*/ 403847 h 508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0436" h="508688">
                <a:moveTo>
                  <a:pt x="598404" y="403804"/>
                </a:moveTo>
                <a:cubicBezTo>
                  <a:pt x="581430" y="403675"/>
                  <a:pt x="566343" y="411648"/>
                  <a:pt x="556656" y="424078"/>
                </a:cubicBezTo>
                <a:lnTo>
                  <a:pt x="452328" y="422663"/>
                </a:lnTo>
                <a:cubicBezTo>
                  <a:pt x="432183" y="208908"/>
                  <a:pt x="309425" y="103895"/>
                  <a:pt x="213713" y="51517"/>
                </a:cubicBezTo>
                <a:cubicBezTo>
                  <a:pt x="110714" y="-4847"/>
                  <a:pt x="4243" y="167"/>
                  <a:pt x="0" y="82"/>
                </a:cubicBezTo>
                <a:lnTo>
                  <a:pt x="0" y="75134"/>
                </a:lnTo>
                <a:cubicBezTo>
                  <a:pt x="857" y="75134"/>
                  <a:pt x="95026" y="74191"/>
                  <a:pt x="173293" y="119325"/>
                </a:cubicBezTo>
                <a:cubicBezTo>
                  <a:pt x="272006" y="176290"/>
                  <a:pt x="346286" y="254642"/>
                  <a:pt x="369861" y="405990"/>
                </a:cubicBezTo>
                <a:cubicBezTo>
                  <a:pt x="374661" y="442123"/>
                  <a:pt x="370889" y="486700"/>
                  <a:pt x="370889" y="486700"/>
                </a:cubicBezTo>
                <a:lnTo>
                  <a:pt x="556656" y="488414"/>
                </a:lnTo>
                <a:cubicBezTo>
                  <a:pt x="566257" y="500716"/>
                  <a:pt x="581173" y="508688"/>
                  <a:pt x="598018" y="508688"/>
                </a:cubicBezTo>
                <a:cubicBezTo>
                  <a:pt x="627679" y="508688"/>
                  <a:pt x="651553" y="484085"/>
                  <a:pt x="650396" y="454167"/>
                </a:cubicBezTo>
                <a:cubicBezTo>
                  <a:pt x="649324" y="426564"/>
                  <a:pt x="626050" y="404061"/>
                  <a:pt x="598404" y="403847"/>
                </a:cubicBezTo>
                <a:close/>
              </a:path>
            </a:pathLst>
          </a:custGeom>
          <a:solidFill>
            <a:srgbClr val="FFFFFF"/>
          </a:solidFill>
          <a:ln w="4267" cap="flat">
            <a:noFill/>
            <a:prstDash val="solid"/>
            <a:miter/>
          </a:ln>
        </p:spPr>
        <p:txBody>
          <a:bodyPr rtlCol="0" anchor="ctr"/>
          <a:lstStyle/>
          <a:p>
            <a:endParaRPr lang="fr-FR" sz="1350" dirty="0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0CADB925-DB78-C811-742A-1070529B1A6A}"/>
              </a:ext>
            </a:extLst>
          </p:cNvPr>
          <p:cNvSpPr/>
          <p:nvPr/>
        </p:nvSpPr>
        <p:spPr>
          <a:xfrm>
            <a:off x="2870167" y="4413663"/>
            <a:ext cx="595524" cy="324565"/>
          </a:xfrm>
          <a:custGeom>
            <a:avLst/>
            <a:gdLst>
              <a:gd name="connsiteX0" fmla="*/ 414138 w 595446"/>
              <a:gd name="connsiteY0" fmla="*/ 129659 h 324640"/>
              <a:gd name="connsiteX1" fmla="*/ 478560 w 595446"/>
              <a:gd name="connsiteY1" fmla="*/ 194810 h 324640"/>
              <a:gd name="connsiteX2" fmla="*/ 542982 w 595446"/>
              <a:gd name="connsiteY2" fmla="*/ 129659 h 324640"/>
              <a:gd name="connsiteX3" fmla="*/ 478560 w 595446"/>
              <a:gd name="connsiteY3" fmla="*/ 64508 h 324640"/>
              <a:gd name="connsiteX4" fmla="*/ 414138 w 595446"/>
              <a:gd name="connsiteY4" fmla="*/ 129659 h 324640"/>
              <a:gd name="connsiteX5" fmla="*/ 595446 w 595446"/>
              <a:gd name="connsiteY5" fmla="*/ 317783 h 324640"/>
              <a:gd name="connsiteX6" fmla="*/ 477231 w 595446"/>
              <a:gd name="connsiteY6" fmla="*/ 194767 h 324640"/>
              <a:gd name="connsiteX7" fmla="*/ 471873 w 595446"/>
              <a:gd name="connsiteY7" fmla="*/ 194767 h 324640"/>
              <a:gd name="connsiteX8" fmla="*/ 379205 w 595446"/>
              <a:gd name="connsiteY8" fmla="*/ 324641 h 324640"/>
              <a:gd name="connsiteX9" fmla="*/ 318168 w 595446"/>
              <a:gd name="connsiteY9" fmla="*/ 132745 h 324640"/>
              <a:gd name="connsiteX10" fmla="*/ 295794 w 595446"/>
              <a:gd name="connsiteY10" fmla="*/ 130302 h 324640"/>
              <a:gd name="connsiteX11" fmla="*/ 360217 w 595446"/>
              <a:gd name="connsiteY11" fmla="*/ 65151 h 324640"/>
              <a:gd name="connsiteX12" fmla="*/ 295794 w 595446"/>
              <a:gd name="connsiteY12" fmla="*/ 130302 h 324640"/>
              <a:gd name="connsiteX13" fmla="*/ 231372 w 595446"/>
              <a:gd name="connsiteY13" fmla="*/ 65151 h 324640"/>
              <a:gd name="connsiteX14" fmla="*/ 295794 w 595446"/>
              <a:gd name="connsiteY14" fmla="*/ 0 h 324640"/>
              <a:gd name="connsiteX15" fmla="*/ 360217 w 595446"/>
              <a:gd name="connsiteY15" fmla="*/ 65151 h 324640"/>
              <a:gd name="connsiteX16" fmla="*/ 181308 w 595446"/>
              <a:gd name="connsiteY16" fmla="*/ 129659 h 324640"/>
              <a:gd name="connsiteX17" fmla="*/ 116886 w 595446"/>
              <a:gd name="connsiteY17" fmla="*/ 194810 h 324640"/>
              <a:gd name="connsiteX18" fmla="*/ 52464 w 595446"/>
              <a:gd name="connsiteY18" fmla="*/ 129659 h 324640"/>
              <a:gd name="connsiteX19" fmla="*/ 116886 w 595446"/>
              <a:gd name="connsiteY19" fmla="*/ 64508 h 324640"/>
              <a:gd name="connsiteX20" fmla="*/ 181308 w 595446"/>
              <a:gd name="connsiteY20" fmla="*/ 129659 h 324640"/>
              <a:gd name="connsiteX21" fmla="*/ 0 w 595446"/>
              <a:gd name="connsiteY21" fmla="*/ 317783 h 324640"/>
              <a:gd name="connsiteX22" fmla="*/ 118215 w 595446"/>
              <a:gd name="connsiteY22" fmla="*/ 194767 h 324640"/>
              <a:gd name="connsiteX23" fmla="*/ 123573 w 595446"/>
              <a:gd name="connsiteY23" fmla="*/ 194767 h 324640"/>
              <a:gd name="connsiteX24" fmla="*/ 216241 w 595446"/>
              <a:gd name="connsiteY24" fmla="*/ 324641 h 324640"/>
              <a:gd name="connsiteX25" fmla="*/ 277278 w 595446"/>
              <a:gd name="connsiteY25" fmla="*/ 132745 h 324640"/>
              <a:gd name="connsiteX26" fmla="*/ 299652 w 595446"/>
              <a:gd name="connsiteY26" fmla="*/ 130302 h 32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95446" h="324640">
                <a:moveTo>
                  <a:pt x="414138" y="129659"/>
                </a:moveTo>
                <a:cubicBezTo>
                  <a:pt x="414138" y="165664"/>
                  <a:pt x="442984" y="194810"/>
                  <a:pt x="478560" y="194810"/>
                </a:cubicBezTo>
                <a:cubicBezTo>
                  <a:pt x="514136" y="194810"/>
                  <a:pt x="542982" y="165621"/>
                  <a:pt x="542982" y="129659"/>
                </a:cubicBezTo>
                <a:cubicBezTo>
                  <a:pt x="542982" y="93697"/>
                  <a:pt x="514136" y="64508"/>
                  <a:pt x="478560" y="64508"/>
                </a:cubicBezTo>
                <a:cubicBezTo>
                  <a:pt x="442984" y="64508"/>
                  <a:pt x="414138" y="93697"/>
                  <a:pt x="414138" y="129659"/>
                </a:cubicBezTo>
                <a:close/>
                <a:moveTo>
                  <a:pt x="595446" y="317783"/>
                </a:moveTo>
                <a:cubicBezTo>
                  <a:pt x="595446" y="240544"/>
                  <a:pt x="553912" y="201625"/>
                  <a:pt x="477231" y="194767"/>
                </a:cubicBezTo>
                <a:lnTo>
                  <a:pt x="471873" y="194767"/>
                </a:lnTo>
                <a:cubicBezTo>
                  <a:pt x="374961" y="204540"/>
                  <a:pt x="324298" y="324641"/>
                  <a:pt x="379205" y="324641"/>
                </a:cubicBezTo>
                <a:cubicBezTo>
                  <a:pt x="431111" y="324641"/>
                  <a:pt x="426439" y="145733"/>
                  <a:pt x="318168" y="132745"/>
                </a:cubicBezTo>
                <a:lnTo>
                  <a:pt x="295794" y="130302"/>
                </a:lnTo>
                <a:moveTo>
                  <a:pt x="360217" y="65151"/>
                </a:moveTo>
                <a:cubicBezTo>
                  <a:pt x="360217" y="101156"/>
                  <a:pt x="331370" y="130302"/>
                  <a:pt x="295794" y="130302"/>
                </a:cubicBezTo>
                <a:cubicBezTo>
                  <a:pt x="260218" y="130302"/>
                  <a:pt x="231372" y="101156"/>
                  <a:pt x="231372" y="65151"/>
                </a:cubicBezTo>
                <a:cubicBezTo>
                  <a:pt x="231372" y="29147"/>
                  <a:pt x="260218" y="0"/>
                  <a:pt x="295794" y="0"/>
                </a:cubicBezTo>
                <a:cubicBezTo>
                  <a:pt x="331370" y="0"/>
                  <a:pt x="360217" y="29189"/>
                  <a:pt x="360217" y="65151"/>
                </a:cubicBezTo>
                <a:close/>
                <a:moveTo>
                  <a:pt x="181308" y="129659"/>
                </a:moveTo>
                <a:cubicBezTo>
                  <a:pt x="181308" y="165664"/>
                  <a:pt x="152462" y="194810"/>
                  <a:pt x="116886" y="194810"/>
                </a:cubicBezTo>
                <a:cubicBezTo>
                  <a:pt x="81310" y="194810"/>
                  <a:pt x="52464" y="165621"/>
                  <a:pt x="52464" y="129659"/>
                </a:cubicBezTo>
                <a:cubicBezTo>
                  <a:pt x="52464" y="93697"/>
                  <a:pt x="81310" y="64508"/>
                  <a:pt x="116886" y="64508"/>
                </a:cubicBezTo>
                <a:cubicBezTo>
                  <a:pt x="152462" y="64508"/>
                  <a:pt x="181308" y="93697"/>
                  <a:pt x="181308" y="129659"/>
                </a:cubicBezTo>
                <a:close/>
                <a:moveTo>
                  <a:pt x="0" y="317783"/>
                </a:moveTo>
                <a:cubicBezTo>
                  <a:pt x="0" y="240544"/>
                  <a:pt x="41534" y="201625"/>
                  <a:pt x="118215" y="194767"/>
                </a:cubicBezTo>
                <a:lnTo>
                  <a:pt x="123573" y="194767"/>
                </a:lnTo>
                <a:cubicBezTo>
                  <a:pt x="220485" y="204540"/>
                  <a:pt x="271148" y="324641"/>
                  <a:pt x="216241" y="324641"/>
                </a:cubicBezTo>
                <a:cubicBezTo>
                  <a:pt x="164335" y="324641"/>
                  <a:pt x="169007" y="145733"/>
                  <a:pt x="277278" y="132745"/>
                </a:cubicBezTo>
                <a:lnTo>
                  <a:pt x="299652" y="130302"/>
                </a:lnTo>
              </a:path>
            </a:pathLst>
          </a:custGeom>
          <a:noFill/>
          <a:ln w="17069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fr-FR" sz="1350" dirty="0"/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3D093B6C-5CAD-58AC-0A99-54967B89F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3B2978F6-0B23-C8AC-A455-7BD49F936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64519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phique 32">
            <a:extLst>
              <a:ext uri="{FF2B5EF4-FFF2-40B4-BE49-F238E27FC236}">
                <a16:creationId xmlns:a16="http://schemas.microsoft.com/office/drawing/2014/main" id="{980A7BD6-5472-E83F-4F9C-83D23EA38C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3614" t="4489" r="31" b="-4489"/>
          <a:stretch/>
        </p:blipFill>
        <p:spPr>
          <a:xfrm rot="5400000">
            <a:off x="8607529" y="-324726"/>
            <a:ext cx="1155408" cy="25799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32E0288-87DD-CAAA-48BD-5F558B3EF9B6}"/>
              </a:ext>
            </a:extLst>
          </p:cNvPr>
          <p:cNvSpPr/>
          <p:nvPr userDrawn="1"/>
        </p:nvSpPr>
        <p:spPr>
          <a:xfrm flipH="1">
            <a:off x="1" y="3809580"/>
            <a:ext cx="12192000" cy="304841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 dirty="0"/>
          </a:p>
        </p:txBody>
      </p:sp>
      <p:sp>
        <p:nvSpPr>
          <p:cNvPr id="78" name="Espace réservé du texte 65">
            <a:extLst>
              <a:ext uri="{FF2B5EF4-FFF2-40B4-BE49-F238E27FC236}">
                <a16:creationId xmlns:a16="http://schemas.microsoft.com/office/drawing/2014/main" id="{11D80490-6658-D65E-86A6-5696E76BFBC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32607" y="4242589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00.00.0000</a:t>
            </a:r>
            <a:endParaRPr lang="en-US" dirty="0"/>
          </a:p>
        </p:txBody>
      </p:sp>
      <p:sp>
        <p:nvSpPr>
          <p:cNvPr id="79" name="Espace réservé du texte 65">
            <a:extLst>
              <a:ext uri="{FF2B5EF4-FFF2-40B4-BE49-F238E27FC236}">
                <a16:creationId xmlns:a16="http://schemas.microsoft.com/office/drawing/2014/main" id="{84E8ACE7-D8F2-480D-275D-9FD03E37543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35696" y="4242589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0" name="Espace réservé du texte 65">
            <a:extLst>
              <a:ext uri="{FF2B5EF4-FFF2-40B4-BE49-F238E27FC236}">
                <a16:creationId xmlns:a16="http://schemas.microsoft.com/office/drawing/2014/main" id="{3AB459EC-2988-3420-6FD1-6DE6C6D2497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38784" y="4242589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1" name="Espace réservé du texte 65">
            <a:extLst>
              <a:ext uri="{FF2B5EF4-FFF2-40B4-BE49-F238E27FC236}">
                <a16:creationId xmlns:a16="http://schemas.microsoft.com/office/drawing/2014/main" id="{D6D70688-8503-269F-E16A-3A1794066A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41871" y="4242589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2" name="Espace réservé du texte 65">
            <a:extLst>
              <a:ext uri="{FF2B5EF4-FFF2-40B4-BE49-F238E27FC236}">
                <a16:creationId xmlns:a16="http://schemas.microsoft.com/office/drawing/2014/main" id="{79715B2A-B309-6930-54E3-668245CF6D8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708148" y="3029795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00.00.0000</a:t>
            </a:r>
            <a:endParaRPr lang="en-US" dirty="0"/>
          </a:p>
        </p:txBody>
      </p:sp>
      <p:sp>
        <p:nvSpPr>
          <p:cNvPr id="83" name="Espace réservé du texte 65">
            <a:extLst>
              <a:ext uri="{FF2B5EF4-FFF2-40B4-BE49-F238E27FC236}">
                <a16:creationId xmlns:a16="http://schemas.microsoft.com/office/drawing/2014/main" id="{6146B41F-9D2B-28BA-9D78-050F50D733E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80064" y="3029795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4" name="Espace réservé du texte 65">
            <a:extLst>
              <a:ext uri="{FF2B5EF4-FFF2-40B4-BE49-F238E27FC236}">
                <a16:creationId xmlns:a16="http://schemas.microsoft.com/office/drawing/2014/main" id="{4438772E-2B63-5E2D-7CDB-FBF58E5FDC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07478" y="3029795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5" name="Espace réservé du texte 21">
            <a:extLst>
              <a:ext uri="{FF2B5EF4-FFF2-40B4-BE49-F238E27FC236}">
                <a16:creationId xmlns:a16="http://schemas.microsoft.com/office/drawing/2014/main" id="{26BAC498-618C-EC31-FCD6-A89F1A14F5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52311" y="2047757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noProof="0" dirty="0" err="1"/>
              <a:t>Text</a:t>
            </a:r>
            <a:endParaRPr lang="fr-FR" noProof="0" dirty="0"/>
          </a:p>
        </p:txBody>
      </p:sp>
      <p:sp>
        <p:nvSpPr>
          <p:cNvPr id="86" name="Espace réservé du texte 33">
            <a:extLst>
              <a:ext uri="{FF2B5EF4-FFF2-40B4-BE49-F238E27FC236}">
                <a16:creationId xmlns:a16="http://schemas.microsoft.com/office/drawing/2014/main" id="{99218CFB-8A17-A6FB-1B08-6DD6B41D8B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52311" y="1598793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87" name="Espace réservé du texte 21">
            <a:extLst>
              <a:ext uri="{FF2B5EF4-FFF2-40B4-BE49-F238E27FC236}">
                <a16:creationId xmlns:a16="http://schemas.microsoft.com/office/drawing/2014/main" id="{5E914272-A3F5-FD4C-5AF6-E319EAF158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27000" y="2047757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noProof="0"/>
              <a:t>Text</a:t>
            </a:r>
          </a:p>
        </p:txBody>
      </p:sp>
      <p:sp>
        <p:nvSpPr>
          <p:cNvPr id="88" name="Espace réservé du texte 33">
            <a:extLst>
              <a:ext uri="{FF2B5EF4-FFF2-40B4-BE49-F238E27FC236}">
                <a16:creationId xmlns:a16="http://schemas.microsoft.com/office/drawing/2014/main" id="{4C1EB599-9114-CC8F-B341-BD41022D841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27001" y="1598793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89" name="Espace réservé du texte 21">
            <a:extLst>
              <a:ext uri="{FF2B5EF4-FFF2-40B4-BE49-F238E27FC236}">
                <a16:creationId xmlns:a16="http://schemas.microsoft.com/office/drawing/2014/main" id="{276B089B-0E8F-83B8-E18B-682F0E574B6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48091" y="2047757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noProof="0"/>
              <a:t>Text</a:t>
            </a:r>
          </a:p>
        </p:txBody>
      </p:sp>
      <p:sp>
        <p:nvSpPr>
          <p:cNvPr id="90" name="Espace réservé du texte 33">
            <a:extLst>
              <a:ext uri="{FF2B5EF4-FFF2-40B4-BE49-F238E27FC236}">
                <a16:creationId xmlns:a16="http://schemas.microsoft.com/office/drawing/2014/main" id="{6BE740F6-79C2-57DC-642B-BD8244675F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48092" y="1598793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91" name="Espace réservé du texte 21">
            <a:extLst>
              <a:ext uri="{FF2B5EF4-FFF2-40B4-BE49-F238E27FC236}">
                <a16:creationId xmlns:a16="http://schemas.microsoft.com/office/drawing/2014/main" id="{2D7E76A5-2709-4377-5421-A33D1766F8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5997" y="5186812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noProof="0" dirty="0" err="1"/>
              <a:t>Text</a:t>
            </a:r>
            <a:endParaRPr lang="fr-FR" noProof="0" dirty="0"/>
          </a:p>
        </p:txBody>
      </p:sp>
      <p:sp>
        <p:nvSpPr>
          <p:cNvPr id="92" name="Espace réservé du texte 33">
            <a:extLst>
              <a:ext uri="{FF2B5EF4-FFF2-40B4-BE49-F238E27FC236}">
                <a16:creationId xmlns:a16="http://schemas.microsoft.com/office/drawing/2014/main" id="{0A59C132-377D-D74D-7312-7AAA8B99C3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5999" y="4737847"/>
            <a:ext cx="2520328" cy="310200"/>
          </a:xfrm>
        </p:spPr>
        <p:txBody>
          <a:bodyPr bIns="0"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93" name="Espace réservé du texte 21">
            <a:extLst>
              <a:ext uri="{FF2B5EF4-FFF2-40B4-BE49-F238E27FC236}">
                <a16:creationId xmlns:a16="http://schemas.microsoft.com/office/drawing/2014/main" id="{984FCCC9-302B-64A6-ED63-11488C629A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77543" y="5186812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94" name="Espace réservé du texte 33">
            <a:extLst>
              <a:ext uri="{FF2B5EF4-FFF2-40B4-BE49-F238E27FC236}">
                <a16:creationId xmlns:a16="http://schemas.microsoft.com/office/drawing/2014/main" id="{6827B80C-CC24-911C-C128-6F402C4CB8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77544" y="4737847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95" name="Espace réservé du texte 21">
            <a:extLst>
              <a:ext uri="{FF2B5EF4-FFF2-40B4-BE49-F238E27FC236}">
                <a16:creationId xmlns:a16="http://schemas.microsoft.com/office/drawing/2014/main" id="{B91310C1-035A-0236-C0FF-65F151F5E1A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77543" y="5186812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96" name="Espace réservé du texte 33">
            <a:extLst>
              <a:ext uri="{FF2B5EF4-FFF2-40B4-BE49-F238E27FC236}">
                <a16:creationId xmlns:a16="http://schemas.microsoft.com/office/drawing/2014/main" id="{3AF2BCB2-1DC7-EF21-42EB-E6595F49B66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77543" y="4737847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97" name="Espace réservé du texte 21">
            <a:extLst>
              <a:ext uri="{FF2B5EF4-FFF2-40B4-BE49-F238E27FC236}">
                <a16:creationId xmlns:a16="http://schemas.microsoft.com/office/drawing/2014/main" id="{B9F05800-80E2-2D95-E349-53C0A56F97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87375" y="5186812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98" name="Espace réservé du texte 33">
            <a:extLst>
              <a:ext uri="{FF2B5EF4-FFF2-40B4-BE49-F238E27FC236}">
                <a16:creationId xmlns:a16="http://schemas.microsoft.com/office/drawing/2014/main" id="{3B7EB9A5-B96A-6413-E57D-FBC32CC5E2B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87376" y="4737847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107" name="Espace réservé du texte 48">
            <a:extLst>
              <a:ext uri="{FF2B5EF4-FFF2-40B4-BE49-F238E27FC236}">
                <a16:creationId xmlns:a16="http://schemas.microsoft.com/office/drawing/2014/main" id="{8882DF90-0ACA-845C-62EA-EB1091D8C51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 rot="10800000">
            <a:off x="1653262" y="3809452"/>
            <a:ext cx="176213" cy="107163"/>
          </a:xfrm>
          <a:prstGeom prst="triangl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8" name="Espace réservé du texte 48">
            <a:extLst>
              <a:ext uri="{FF2B5EF4-FFF2-40B4-BE49-F238E27FC236}">
                <a16:creationId xmlns:a16="http://schemas.microsoft.com/office/drawing/2014/main" id="{3F1E5121-7126-7938-1D21-4D027424C45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 rot="10800000">
            <a:off x="4556351" y="3809452"/>
            <a:ext cx="176213" cy="107163"/>
          </a:xfrm>
          <a:prstGeom prst="triangl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9" name="Espace réservé du texte 48">
            <a:extLst>
              <a:ext uri="{FF2B5EF4-FFF2-40B4-BE49-F238E27FC236}">
                <a16:creationId xmlns:a16="http://schemas.microsoft.com/office/drawing/2014/main" id="{4BB16B14-A5B0-B998-1C97-19AC8329F23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 rot="10800000">
            <a:off x="7459440" y="3809452"/>
            <a:ext cx="176213" cy="107163"/>
          </a:xfrm>
          <a:prstGeom prst="triangl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0" name="Espace réservé du texte 48">
            <a:extLst>
              <a:ext uri="{FF2B5EF4-FFF2-40B4-BE49-F238E27FC236}">
                <a16:creationId xmlns:a16="http://schemas.microsoft.com/office/drawing/2014/main" id="{AA184C90-3A63-6CB0-C85B-22FF47BC56B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 rot="10800000">
            <a:off x="10362527" y="3809452"/>
            <a:ext cx="176213" cy="107163"/>
          </a:xfrm>
          <a:prstGeom prst="triangl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1" name="Espace réservé du texte 48">
            <a:extLst>
              <a:ext uri="{FF2B5EF4-FFF2-40B4-BE49-F238E27FC236}">
                <a16:creationId xmlns:a16="http://schemas.microsoft.com/office/drawing/2014/main" id="{412587E8-2A50-4120-4BDB-84C9F2ECB7A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128804" y="3699355"/>
            <a:ext cx="176213" cy="107163"/>
          </a:xfrm>
          <a:prstGeom prst="triangl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Espace réservé du texte 48">
            <a:extLst>
              <a:ext uri="{FF2B5EF4-FFF2-40B4-BE49-F238E27FC236}">
                <a16:creationId xmlns:a16="http://schemas.microsoft.com/office/drawing/2014/main" id="{4326EE65-414D-6BC0-6238-9A2D7DFD55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000720" y="3699355"/>
            <a:ext cx="176213" cy="107163"/>
          </a:xfrm>
          <a:prstGeom prst="triangl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3" name="Espace réservé du texte 48">
            <a:extLst>
              <a:ext uri="{FF2B5EF4-FFF2-40B4-BE49-F238E27FC236}">
                <a16:creationId xmlns:a16="http://schemas.microsoft.com/office/drawing/2014/main" id="{85BFDED3-FD91-181D-903A-DF3C53667C2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928132" y="3699355"/>
            <a:ext cx="176213" cy="107163"/>
          </a:xfrm>
          <a:prstGeom prst="triangl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9" name="Graphique 38">
            <a:extLst>
              <a:ext uri="{FF2B5EF4-FFF2-40B4-BE49-F238E27FC236}">
                <a16:creationId xmlns:a16="http://schemas.microsoft.com/office/drawing/2014/main" id="{FF20586D-117D-F5FB-37D5-BB8612C5E4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8100000">
            <a:off x="10256657" y="1133762"/>
            <a:ext cx="4749539" cy="2297331"/>
          </a:xfrm>
          <a:custGeom>
            <a:avLst/>
            <a:gdLst>
              <a:gd name="connsiteX0" fmla="*/ 1750973 w 4573059"/>
              <a:gd name="connsiteY0" fmla="*/ 2211969 h 2211969"/>
              <a:gd name="connsiteX1" fmla="*/ 2931827 w 4573059"/>
              <a:gd name="connsiteY1" fmla="*/ 1031115 h 2211969"/>
              <a:gd name="connsiteX2" fmla="*/ 2868966 w 4573059"/>
              <a:gd name="connsiteY2" fmla="*/ 968253 h 2211969"/>
              <a:gd name="connsiteX3" fmla="*/ 3837218 w 4573059"/>
              <a:gd name="connsiteY3" fmla="*/ 0 h 2211969"/>
              <a:gd name="connsiteX4" fmla="*/ 4573059 w 4573059"/>
              <a:gd name="connsiteY4" fmla="*/ 0 h 2211969"/>
              <a:gd name="connsiteX5" fmla="*/ 4573059 w 4573059"/>
              <a:gd name="connsiteY5" fmla="*/ 2211969 h 2211969"/>
              <a:gd name="connsiteX6" fmla="*/ 0 w 4573059"/>
              <a:gd name="connsiteY6" fmla="*/ 2211969 h 2211969"/>
              <a:gd name="connsiteX7" fmla="*/ 0 w 4573059"/>
              <a:gd name="connsiteY7" fmla="*/ 1439943 h 2211969"/>
              <a:gd name="connsiteX8" fmla="*/ 453276 w 4573059"/>
              <a:gd name="connsiteY8" fmla="*/ 1893219 h 2211969"/>
              <a:gd name="connsiteX9" fmla="*/ 414695 w 4573059"/>
              <a:gd name="connsiteY9" fmla="*/ 1931801 h 2211969"/>
              <a:gd name="connsiteX10" fmla="*/ 694863 w 4573059"/>
              <a:gd name="connsiteY10" fmla="*/ 2211969 h 2211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73059" h="2211969">
                <a:moveTo>
                  <a:pt x="1750973" y="2211969"/>
                </a:moveTo>
                <a:lnTo>
                  <a:pt x="2931827" y="1031115"/>
                </a:lnTo>
                <a:lnTo>
                  <a:pt x="2868966" y="968253"/>
                </a:lnTo>
                <a:lnTo>
                  <a:pt x="3837218" y="0"/>
                </a:lnTo>
                <a:lnTo>
                  <a:pt x="4573059" y="0"/>
                </a:lnTo>
                <a:lnTo>
                  <a:pt x="4573059" y="2211969"/>
                </a:lnTo>
                <a:close/>
                <a:moveTo>
                  <a:pt x="0" y="2211969"/>
                </a:moveTo>
                <a:lnTo>
                  <a:pt x="0" y="1439943"/>
                </a:lnTo>
                <a:lnTo>
                  <a:pt x="453276" y="1893219"/>
                </a:lnTo>
                <a:lnTo>
                  <a:pt x="414695" y="1931801"/>
                </a:lnTo>
                <a:lnTo>
                  <a:pt x="694863" y="2211969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7801197-2D0E-6CA8-1028-139B3435A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79" y="801504"/>
            <a:ext cx="7732139" cy="575867"/>
          </a:xfrm>
          <a:noFill/>
        </p:spPr>
        <p:txBody>
          <a:bodyPr bIns="108000" anchor="ctr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E23172-2518-704F-A794-E5E47883B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FF684459-5887-3720-078C-483000EC9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439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2_Chap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16A193F2-20CE-6273-ED88-2082E52F0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626"/>
          <a:stretch/>
        </p:blipFill>
        <p:spPr>
          <a:xfrm flipH="1">
            <a:off x="1358969" y="412553"/>
            <a:ext cx="8230671" cy="6119688"/>
          </a:xfrm>
          <a:prstGeom prst="rect">
            <a:avLst/>
          </a:prstGeom>
        </p:spPr>
      </p:pic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A1DA4C21-E14B-5BD7-4EDD-30E401E37A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 hasCustomPrompt="1"/>
          </p:nvPr>
        </p:nvSpPr>
        <p:spPr>
          <a:xfrm>
            <a:off x="6094829" y="685367"/>
            <a:ext cx="5725172" cy="932928"/>
          </a:xfrm>
          <a:solidFill>
            <a:schemeClr val="tx2"/>
          </a:solidFill>
          <a:ln>
            <a:noFill/>
          </a:ln>
        </p:spPr>
        <p:txBody>
          <a:bodyPr vert="horz" wrap="square" lIns="0" tIns="108000" rIns="0" bIns="108000" numCol="1" anchor="t" anchorCtr="0" compatLnSpc="1">
            <a:prstTxWarp prst="textNoShape">
              <a:avLst/>
            </a:prstTxWarp>
            <a:normAutofit/>
          </a:bodyPr>
          <a:lstStyle>
            <a:lvl1pPr marL="269946" indent="0">
              <a:tabLst>
                <a:tab pos="272599" algn="l"/>
              </a:tabLst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22" hasCustomPrompt="1"/>
          </p:nvPr>
        </p:nvSpPr>
        <p:spPr>
          <a:xfrm>
            <a:off x="6094829" y="4538327"/>
            <a:ext cx="5725172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23" hasCustomPrompt="1"/>
          </p:nvPr>
        </p:nvSpPr>
        <p:spPr>
          <a:xfrm>
            <a:off x="6095415" y="4986008"/>
            <a:ext cx="5724000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4" hasCustomPrompt="1"/>
          </p:nvPr>
        </p:nvSpPr>
        <p:spPr>
          <a:xfrm>
            <a:off x="6094829" y="5433689"/>
            <a:ext cx="5725172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D9397CDF-E7FD-BB8E-1A84-F24B14036E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4829" y="4090646"/>
            <a:ext cx="5725172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535477E4-2B08-BC6D-E9F7-6BD27F7B3AA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4829" y="2299922"/>
            <a:ext cx="5725172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FA2FB23-54D3-5E73-B788-4148A1B5AA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5415" y="2747603"/>
            <a:ext cx="5724000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D10A93CB-DE92-FD28-393B-0924554273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4829" y="3195284"/>
            <a:ext cx="5725172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402B5E50-EF3F-BC4E-BF83-80C50D2046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4829" y="1852241"/>
            <a:ext cx="5725172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BD46B4BE-20C2-8910-D739-5F17B89953A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4829" y="3642965"/>
            <a:ext cx="5725172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7" name="Espace réservé du texte 6">
            <a:extLst>
              <a:ext uri="{FF2B5EF4-FFF2-40B4-BE49-F238E27FC236}">
                <a16:creationId xmlns:a16="http://schemas.microsoft.com/office/drawing/2014/main" id="{E7FBF80A-47E9-EA71-A5B3-991B7DC379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4829" y="5881368"/>
            <a:ext cx="5725172" cy="467892"/>
          </a:xfrm>
          <a:prstGeom prst="rect">
            <a:avLst/>
          </a:prstGeom>
          <a:solidFill>
            <a:schemeClr val="tx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3245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FB307F1-B9CF-960C-5663-CDC03CCC7B2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4268697" y="6698610"/>
            <a:ext cx="3963416" cy="11541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A7D1A2F9-AD29-BF39-66F8-77C21D709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80999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9CF255C7-AB44-BCA9-A0DF-882DAF16E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62CF8DD6-60F1-C9A4-23C8-9DF0270E8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0726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F0E9879-459E-4AA3-9A8E-259790FCE7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E4340D8F-260B-14AB-92D8-5DB5260D94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C0DE98F3-12C3-96F3-4801-474ACE1A4F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0DA5E16-5974-0B17-7A47-4FB3671681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ADB40E-2656-2362-8341-43D028FE3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5F5B2276-54F1-1F3E-A213-CE41A0341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50575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den Stil des Titels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54080" y="4147252"/>
            <a:ext cx="1066941" cy="863519"/>
            <a:chOff x="2753722" y="4148210"/>
            <a:chExt cx="1066802" cy="863719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no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solidFill>
              <a:schemeClr val="tx2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solidFill>
              <a:srgbClr val="FFFFFF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no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3DB66F84-1AF8-EF4B-E025-D2CCE9AEB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D45FA51F-82C0-AED4-607D-983F55FE6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0306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2E0288-87DD-CAAA-48BD-5F558B3EF9B6}"/>
              </a:ext>
            </a:extLst>
          </p:cNvPr>
          <p:cNvSpPr/>
          <p:nvPr userDrawn="1"/>
        </p:nvSpPr>
        <p:spPr>
          <a:xfrm flipH="1">
            <a:off x="1" y="3809580"/>
            <a:ext cx="12192000" cy="30484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pic>
        <p:nvPicPr>
          <p:cNvPr id="33" name="Graphique 32">
            <a:extLst>
              <a:ext uri="{FF2B5EF4-FFF2-40B4-BE49-F238E27FC236}">
                <a16:creationId xmlns:a16="http://schemas.microsoft.com/office/drawing/2014/main" id="{980A7BD6-5472-E83F-4F9C-83D23EA38C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3614" t="4489" r="31" b="-4489"/>
          <a:stretch/>
        </p:blipFill>
        <p:spPr>
          <a:xfrm rot="5400000">
            <a:off x="8607529" y="-324726"/>
            <a:ext cx="1155408" cy="2579932"/>
          </a:xfrm>
          <a:prstGeom prst="rect">
            <a:avLst/>
          </a:prstGeom>
        </p:spPr>
      </p:pic>
      <p:sp>
        <p:nvSpPr>
          <p:cNvPr id="78" name="Espace réservé du texte 65">
            <a:extLst>
              <a:ext uri="{FF2B5EF4-FFF2-40B4-BE49-F238E27FC236}">
                <a16:creationId xmlns:a16="http://schemas.microsoft.com/office/drawing/2014/main" id="{11D80490-6658-D65E-86A6-5696E76BFBC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32607" y="4242589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00.00.0000</a:t>
            </a:r>
            <a:endParaRPr lang="en-US" dirty="0"/>
          </a:p>
        </p:txBody>
      </p:sp>
      <p:sp>
        <p:nvSpPr>
          <p:cNvPr id="79" name="Espace réservé du texte 65">
            <a:extLst>
              <a:ext uri="{FF2B5EF4-FFF2-40B4-BE49-F238E27FC236}">
                <a16:creationId xmlns:a16="http://schemas.microsoft.com/office/drawing/2014/main" id="{84E8ACE7-D8F2-480D-275D-9FD03E37543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35696" y="4242589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0" name="Espace réservé du texte 65">
            <a:extLst>
              <a:ext uri="{FF2B5EF4-FFF2-40B4-BE49-F238E27FC236}">
                <a16:creationId xmlns:a16="http://schemas.microsoft.com/office/drawing/2014/main" id="{3AB459EC-2988-3420-6FD1-6DE6C6D2497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38784" y="4242589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1" name="Espace réservé du texte 65">
            <a:extLst>
              <a:ext uri="{FF2B5EF4-FFF2-40B4-BE49-F238E27FC236}">
                <a16:creationId xmlns:a16="http://schemas.microsoft.com/office/drawing/2014/main" id="{D6D70688-8503-269F-E16A-3A1794066A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41871" y="4242589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2" name="Espace réservé du texte 65">
            <a:extLst>
              <a:ext uri="{FF2B5EF4-FFF2-40B4-BE49-F238E27FC236}">
                <a16:creationId xmlns:a16="http://schemas.microsoft.com/office/drawing/2014/main" id="{79715B2A-B309-6930-54E3-668245CF6D8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708148" y="3029795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00.00.0000</a:t>
            </a:r>
            <a:endParaRPr lang="en-US" dirty="0"/>
          </a:p>
        </p:txBody>
      </p:sp>
      <p:sp>
        <p:nvSpPr>
          <p:cNvPr id="83" name="Espace réservé du texte 65">
            <a:extLst>
              <a:ext uri="{FF2B5EF4-FFF2-40B4-BE49-F238E27FC236}">
                <a16:creationId xmlns:a16="http://schemas.microsoft.com/office/drawing/2014/main" id="{6146B41F-9D2B-28BA-9D78-050F50D733E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80064" y="3029795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4" name="Espace réservé du texte 65">
            <a:extLst>
              <a:ext uri="{FF2B5EF4-FFF2-40B4-BE49-F238E27FC236}">
                <a16:creationId xmlns:a16="http://schemas.microsoft.com/office/drawing/2014/main" id="{4438772E-2B63-5E2D-7CDB-FBF58E5FDC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07478" y="3029795"/>
            <a:ext cx="1017525" cy="3543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788" b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00.00.0000</a:t>
            </a:r>
            <a:endParaRPr lang="en-US"/>
          </a:p>
        </p:txBody>
      </p:sp>
      <p:sp>
        <p:nvSpPr>
          <p:cNvPr id="85" name="Espace réservé du texte 21">
            <a:extLst>
              <a:ext uri="{FF2B5EF4-FFF2-40B4-BE49-F238E27FC236}">
                <a16:creationId xmlns:a16="http://schemas.microsoft.com/office/drawing/2014/main" id="{26BAC498-618C-EC31-FCD6-A89F1A14F5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52309" y="2047757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noProof="0" dirty="0" err="1"/>
              <a:t>Text</a:t>
            </a:r>
            <a:endParaRPr lang="fr-FR" noProof="0" dirty="0"/>
          </a:p>
        </p:txBody>
      </p:sp>
      <p:sp>
        <p:nvSpPr>
          <p:cNvPr id="86" name="Espace réservé du texte 33">
            <a:extLst>
              <a:ext uri="{FF2B5EF4-FFF2-40B4-BE49-F238E27FC236}">
                <a16:creationId xmlns:a16="http://schemas.microsoft.com/office/drawing/2014/main" id="{99218CFB-8A17-A6FB-1B08-6DD6B41D8B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52311" y="1598793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87" name="Espace réservé du texte 21">
            <a:extLst>
              <a:ext uri="{FF2B5EF4-FFF2-40B4-BE49-F238E27FC236}">
                <a16:creationId xmlns:a16="http://schemas.microsoft.com/office/drawing/2014/main" id="{5E914272-A3F5-FD4C-5AF6-E319EAF158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26999" y="2047757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noProof="0"/>
              <a:t>Text</a:t>
            </a:r>
          </a:p>
        </p:txBody>
      </p:sp>
      <p:sp>
        <p:nvSpPr>
          <p:cNvPr id="88" name="Espace réservé du texte 33">
            <a:extLst>
              <a:ext uri="{FF2B5EF4-FFF2-40B4-BE49-F238E27FC236}">
                <a16:creationId xmlns:a16="http://schemas.microsoft.com/office/drawing/2014/main" id="{4C1EB599-9114-CC8F-B341-BD41022D841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27001" y="1598793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89" name="Espace réservé du texte 21">
            <a:extLst>
              <a:ext uri="{FF2B5EF4-FFF2-40B4-BE49-F238E27FC236}">
                <a16:creationId xmlns:a16="http://schemas.microsoft.com/office/drawing/2014/main" id="{276B089B-0E8F-83B8-E18B-682F0E574B6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48089" y="2047757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noProof="0"/>
              <a:t>Text</a:t>
            </a:r>
          </a:p>
        </p:txBody>
      </p:sp>
      <p:sp>
        <p:nvSpPr>
          <p:cNvPr id="90" name="Espace réservé du texte 33">
            <a:extLst>
              <a:ext uri="{FF2B5EF4-FFF2-40B4-BE49-F238E27FC236}">
                <a16:creationId xmlns:a16="http://schemas.microsoft.com/office/drawing/2014/main" id="{6BE740F6-79C2-57DC-642B-BD8244675F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48092" y="1598793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91" name="Espace réservé du texte 21">
            <a:extLst>
              <a:ext uri="{FF2B5EF4-FFF2-40B4-BE49-F238E27FC236}">
                <a16:creationId xmlns:a16="http://schemas.microsoft.com/office/drawing/2014/main" id="{2D7E76A5-2709-4377-5421-A33D1766F8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5996" y="5186812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noProof="0" dirty="0" err="1"/>
              <a:t>Text</a:t>
            </a:r>
            <a:endParaRPr lang="fr-FR" noProof="0" dirty="0"/>
          </a:p>
        </p:txBody>
      </p:sp>
      <p:sp>
        <p:nvSpPr>
          <p:cNvPr id="92" name="Espace réservé du texte 33">
            <a:extLst>
              <a:ext uri="{FF2B5EF4-FFF2-40B4-BE49-F238E27FC236}">
                <a16:creationId xmlns:a16="http://schemas.microsoft.com/office/drawing/2014/main" id="{0A59C132-377D-D74D-7312-7AAA8B99C3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5999" y="4737847"/>
            <a:ext cx="2520328" cy="310200"/>
          </a:xfrm>
        </p:spPr>
        <p:txBody>
          <a:bodyPr bIns="0"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93" name="Espace réservé du texte 21">
            <a:extLst>
              <a:ext uri="{FF2B5EF4-FFF2-40B4-BE49-F238E27FC236}">
                <a16:creationId xmlns:a16="http://schemas.microsoft.com/office/drawing/2014/main" id="{984FCCC9-302B-64A6-ED63-11488C629A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77541" y="5186812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94" name="Espace réservé du texte 33">
            <a:extLst>
              <a:ext uri="{FF2B5EF4-FFF2-40B4-BE49-F238E27FC236}">
                <a16:creationId xmlns:a16="http://schemas.microsoft.com/office/drawing/2014/main" id="{6827B80C-CC24-911C-C128-6F402C4CB8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77544" y="4737847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95" name="Espace réservé du texte 21">
            <a:extLst>
              <a:ext uri="{FF2B5EF4-FFF2-40B4-BE49-F238E27FC236}">
                <a16:creationId xmlns:a16="http://schemas.microsoft.com/office/drawing/2014/main" id="{B91310C1-035A-0236-C0FF-65F151F5E1A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77541" y="5186812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96" name="Espace réservé du texte 33">
            <a:extLst>
              <a:ext uri="{FF2B5EF4-FFF2-40B4-BE49-F238E27FC236}">
                <a16:creationId xmlns:a16="http://schemas.microsoft.com/office/drawing/2014/main" id="{3AF2BCB2-1DC7-EF21-42EB-E6595F49B66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77543" y="4737847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97" name="Espace réservé du texte 21">
            <a:extLst>
              <a:ext uri="{FF2B5EF4-FFF2-40B4-BE49-F238E27FC236}">
                <a16:creationId xmlns:a16="http://schemas.microsoft.com/office/drawing/2014/main" id="{B9F05800-80E2-2D95-E349-53C0A56F97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87375" y="5186812"/>
            <a:ext cx="2520328" cy="8064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FontTx/>
              <a:buNone/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lvl="0"/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98" name="Espace réservé du texte 33">
            <a:extLst>
              <a:ext uri="{FF2B5EF4-FFF2-40B4-BE49-F238E27FC236}">
                <a16:creationId xmlns:a16="http://schemas.microsoft.com/office/drawing/2014/main" id="{3B7EB9A5-B96A-6413-E57D-FBC32CC5E2B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87376" y="4737847"/>
            <a:ext cx="2520328" cy="3102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Tx/>
              <a:buNone/>
              <a:defRPr sz="1200" b="1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Titel</a:t>
            </a:r>
            <a:r>
              <a:rPr lang="fr-FR" dirty="0"/>
              <a:t> der </a:t>
            </a:r>
            <a:r>
              <a:rPr lang="fr-FR" dirty="0" err="1"/>
              <a:t>Veranstaltung</a:t>
            </a:r>
            <a:endParaRPr lang="fr-FR" dirty="0"/>
          </a:p>
        </p:txBody>
      </p:sp>
      <p:sp>
        <p:nvSpPr>
          <p:cNvPr id="107" name="Espace réservé du texte 48">
            <a:extLst>
              <a:ext uri="{FF2B5EF4-FFF2-40B4-BE49-F238E27FC236}">
                <a16:creationId xmlns:a16="http://schemas.microsoft.com/office/drawing/2014/main" id="{8882DF90-0ACA-845C-62EA-EB1091D8C51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 rot="10800000">
            <a:off x="1653262" y="3809452"/>
            <a:ext cx="176213" cy="107163"/>
          </a:xfrm>
          <a:prstGeom prst="triangl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8" name="Espace réservé du texte 48">
            <a:extLst>
              <a:ext uri="{FF2B5EF4-FFF2-40B4-BE49-F238E27FC236}">
                <a16:creationId xmlns:a16="http://schemas.microsoft.com/office/drawing/2014/main" id="{3F1E5121-7126-7938-1D21-4D027424C45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 rot="10800000">
            <a:off x="4556351" y="3809452"/>
            <a:ext cx="176213" cy="107163"/>
          </a:xfrm>
          <a:prstGeom prst="triangl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9" name="Espace réservé du texte 48">
            <a:extLst>
              <a:ext uri="{FF2B5EF4-FFF2-40B4-BE49-F238E27FC236}">
                <a16:creationId xmlns:a16="http://schemas.microsoft.com/office/drawing/2014/main" id="{4BB16B14-A5B0-B998-1C97-19AC8329F23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 rot="10800000">
            <a:off x="7459440" y="3809452"/>
            <a:ext cx="176213" cy="107163"/>
          </a:xfrm>
          <a:prstGeom prst="triangl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0" name="Espace réservé du texte 48">
            <a:extLst>
              <a:ext uri="{FF2B5EF4-FFF2-40B4-BE49-F238E27FC236}">
                <a16:creationId xmlns:a16="http://schemas.microsoft.com/office/drawing/2014/main" id="{AA184C90-3A63-6CB0-C85B-22FF47BC56B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 rot="10800000">
            <a:off x="10362527" y="3809452"/>
            <a:ext cx="176213" cy="107163"/>
          </a:xfrm>
          <a:prstGeom prst="triangle">
            <a:avLst/>
          </a:prstGeom>
          <a:solidFill>
            <a:schemeClr val="bg1"/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1" name="Espace réservé du texte 48">
            <a:extLst>
              <a:ext uri="{FF2B5EF4-FFF2-40B4-BE49-F238E27FC236}">
                <a16:creationId xmlns:a16="http://schemas.microsoft.com/office/drawing/2014/main" id="{412587E8-2A50-4120-4BDB-84C9F2ECB7A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128804" y="3699355"/>
            <a:ext cx="176213" cy="107163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Espace réservé du texte 48">
            <a:extLst>
              <a:ext uri="{FF2B5EF4-FFF2-40B4-BE49-F238E27FC236}">
                <a16:creationId xmlns:a16="http://schemas.microsoft.com/office/drawing/2014/main" id="{4326EE65-414D-6BC0-6238-9A2D7DFD55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000720" y="3699355"/>
            <a:ext cx="176213" cy="107163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3" name="Espace réservé du texte 48">
            <a:extLst>
              <a:ext uri="{FF2B5EF4-FFF2-40B4-BE49-F238E27FC236}">
                <a16:creationId xmlns:a16="http://schemas.microsoft.com/office/drawing/2014/main" id="{85BFDED3-FD91-181D-903A-DF3C53667C2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928132" y="3699355"/>
            <a:ext cx="176213" cy="107163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algn="ctr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9" name="Graphique 38">
            <a:extLst>
              <a:ext uri="{FF2B5EF4-FFF2-40B4-BE49-F238E27FC236}">
                <a16:creationId xmlns:a16="http://schemas.microsoft.com/office/drawing/2014/main" id="{FF20586D-117D-F5FB-37D5-BB8612C5E4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8100000">
            <a:off x="10256657" y="1133762"/>
            <a:ext cx="4749539" cy="2297331"/>
          </a:xfrm>
          <a:custGeom>
            <a:avLst/>
            <a:gdLst>
              <a:gd name="connsiteX0" fmla="*/ 1750973 w 4573059"/>
              <a:gd name="connsiteY0" fmla="*/ 2211969 h 2211969"/>
              <a:gd name="connsiteX1" fmla="*/ 2931827 w 4573059"/>
              <a:gd name="connsiteY1" fmla="*/ 1031115 h 2211969"/>
              <a:gd name="connsiteX2" fmla="*/ 2868966 w 4573059"/>
              <a:gd name="connsiteY2" fmla="*/ 968253 h 2211969"/>
              <a:gd name="connsiteX3" fmla="*/ 3837218 w 4573059"/>
              <a:gd name="connsiteY3" fmla="*/ 0 h 2211969"/>
              <a:gd name="connsiteX4" fmla="*/ 4573059 w 4573059"/>
              <a:gd name="connsiteY4" fmla="*/ 0 h 2211969"/>
              <a:gd name="connsiteX5" fmla="*/ 4573059 w 4573059"/>
              <a:gd name="connsiteY5" fmla="*/ 2211969 h 2211969"/>
              <a:gd name="connsiteX6" fmla="*/ 0 w 4573059"/>
              <a:gd name="connsiteY6" fmla="*/ 2211969 h 2211969"/>
              <a:gd name="connsiteX7" fmla="*/ 0 w 4573059"/>
              <a:gd name="connsiteY7" fmla="*/ 1439943 h 2211969"/>
              <a:gd name="connsiteX8" fmla="*/ 453276 w 4573059"/>
              <a:gd name="connsiteY8" fmla="*/ 1893219 h 2211969"/>
              <a:gd name="connsiteX9" fmla="*/ 414695 w 4573059"/>
              <a:gd name="connsiteY9" fmla="*/ 1931801 h 2211969"/>
              <a:gd name="connsiteX10" fmla="*/ 694863 w 4573059"/>
              <a:gd name="connsiteY10" fmla="*/ 2211969 h 2211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73059" h="2211969">
                <a:moveTo>
                  <a:pt x="1750973" y="2211969"/>
                </a:moveTo>
                <a:lnTo>
                  <a:pt x="2931827" y="1031115"/>
                </a:lnTo>
                <a:lnTo>
                  <a:pt x="2868966" y="968253"/>
                </a:lnTo>
                <a:lnTo>
                  <a:pt x="3837218" y="0"/>
                </a:lnTo>
                <a:lnTo>
                  <a:pt x="4573059" y="0"/>
                </a:lnTo>
                <a:lnTo>
                  <a:pt x="4573059" y="2211969"/>
                </a:lnTo>
                <a:close/>
                <a:moveTo>
                  <a:pt x="0" y="2211969"/>
                </a:moveTo>
                <a:lnTo>
                  <a:pt x="0" y="1439943"/>
                </a:lnTo>
                <a:lnTo>
                  <a:pt x="453276" y="1893219"/>
                </a:lnTo>
                <a:lnTo>
                  <a:pt x="414695" y="1931801"/>
                </a:lnTo>
                <a:lnTo>
                  <a:pt x="694863" y="2211969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7801197-2D0E-6CA8-1028-139B3435A7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79" y="801504"/>
            <a:ext cx="7748236" cy="575867"/>
          </a:xfrm>
          <a:noFill/>
        </p:spPr>
        <p:txBody>
          <a:bodyPr bIns="108000" anchor="ctr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CC7358-8F52-115E-F332-001CCD5DF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A5094B5B-1F28-3F64-DBCE-28C29B0DA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203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3_Cha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4F018227-3F76-0FFB-47D1-78B777F67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007" b="11687"/>
          <a:stretch/>
        </p:blipFill>
        <p:spPr>
          <a:xfrm>
            <a:off x="1" y="1024888"/>
            <a:ext cx="7110135" cy="6056498"/>
          </a:xfrm>
          <a:prstGeom prst="rect">
            <a:avLst/>
          </a:prstGeom>
        </p:spPr>
      </p:pic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E40B48D3-007E-E62E-A5CB-773CC24C1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1A5CF861-92F3-E3B8-1E80-80D52270EA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4545791"/>
            <a:ext cx="5725172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FC1F2913-1D46-6D66-3300-FF984A76D8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587" y="4995272"/>
            <a:ext cx="5724000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655FA549-C8BD-0B92-3ED2-B21BB309A4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1" y="5444753"/>
            <a:ext cx="5725172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1" name="Espace réservé du texte 16">
            <a:extLst>
              <a:ext uri="{FF2B5EF4-FFF2-40B4-BE49-F238E27FC236}">
                <a16:creationId xmlns:a16="http://schemas.microsoft.com/office/drawing/2014/main" id="{8144F26A-57B9-627D-9908-88E0082D1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587" y="5894230"/>
            <a:ext cx="5724000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488BE6F2-2C26-F9FE-49FC-4AA1395094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1" y="4096310"/>
            <a:ext cx="5725172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3" name="Espace réservé du texte 2">
            <a:extLst>
              <a:ext uri="{FF2B5EF4-FFF2-40B4-BE49-F238E27FC236}">
                <a16:creationId xmlns:a16="http://schemas.microsoft.com/office/drawing/2014/main" id="{11651002-04F0-2BA0-938C-C5D3C547216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1" y="2298386"/>
            <a:ext cx="5725172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B57CFAEF-478A-FCFB-40F7-90ED1AF5F19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587" y="2747867"/>
            <a:ext cx="5724000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F89E731F-7737-4EED-21C4-57361EA178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197348"/>
            <a:ext cx="5725172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6" name="Espace réservé du texte 16">
            <a:extLst>
              <a:ext uri="{FF2B5EF4-FFF2-40B4-BE49-F238E27FC236}">
                <a16:creationId xmlns:a16="http://schemas.microsoft.com/office/drawing/2014/main" id="{827C29E2-2B3A-44B4-F530-99F4ADCEDB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587" y="3646829"/>
            <a:ext cx="5724000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7" name="Espace réservé du texte 2">
            <a:extLst>
              <a:ext uri="{FF2B5EF4-FFF2-40B4-BE49-F238E27FC236}">
                <a16:creationId xmlns:a16="http://schemas.microsoft.com/office/drawing/2014/main" id="{50D21733-1363-FA6A-133B-A46BDB5C1F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1848905"/>
            <a:ext cx="5725172" cy="467892"/>
          </a:xfrm>
          <a:prstGeom prst="rect">
            <a:avLst/>
          </a:prstGeom>
          <a:solidFill>
            <a:schemeClr val="accent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DCDF4F35-8981-D76E-8065-AC78AB662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29" y="685367"/>
            <a:ext cx="5725172" cy="932928"/>
          </a:xfrm>
          <a:solidFill>
            <a:schemeClr val="accent1"/>
          </a:solidFill>
          <a:ln>
            <a:noFill/>
          </a:ln>
        </p:spPr>
        <p:txBody>
          <a:bodyPr vert="horz" wrap="square" lIns="0" tIns="108000" rIns="0" bIns="108000" numCol="1" anchor="t" anchorCtr="0" compatLnSpc="1">
            <a:prstTxWarp prst="textNoShape">
              <a:avLst/>
            </a:prstTxWarp>
            <a:normAutofit/>
          </a:bodyPr>
          <a:lstStyle>
            <a:lvl1pPr marL="269946" indent="0">
              <a:tabLst>
                <a:tab pos="272599" algn="l"/>
              </a:tabLst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08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CFC20ED3-B0A9-1CB5-4F86-EC053161C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71269825-BB13-0A51-74EC-6B81D91E4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85623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8E0A68F3-8ABA-D421-B17D-C8F32A79C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DF63F15D-265B-73B8-D774-220744B8F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7792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C23E83D-4555-BC54-B2F3-D50E95172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499E632C-2AC8-60D8-002E-FB3318C2EA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CF91F960-2690-6681-0612-DD08AC3D74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C9E132F-0E9A-F6C7-EE95-407960FE33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5CD2B14-4CF7-B508-4D85-CC0B6BC3C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12" name="Espace réservé du pied de page 3">
            <a:extLst>
              <a:ext uri="{FF2B5EF4-FFF2-40B4-BE49-F238E27FC236}">
                <a16:creationId xmlns:a16="http://schemas.microsoft.com/office/drawing/2014/main" id="{F7F518ED-5D01-7FFC-C78D-A27963C50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11787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54080" y="4147252"/>
            <a:ext cx="1066941" cy="863519"/>
            <a:chOff x="2753722" y="4148210"/>
            <a:chExt cx="1066802" cy="863719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no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solidFill>
              <a:schemeClr val="accent1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solidFill>
              <a:srgbClr val="FFFFFF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no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C2BB0D5A-3877-64ED-AAEA-56C8A2B3A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9" name="Espace réservé du pied de page 3">
            <a:extLst>
              <a:ext uri="{FF2B5EF4-FFF2-40B4-BE49-F238E27FC236}">
                <a16:creationId xmlns:a16="http://schemas.microsoft.com/office/drawing/2014/main" id="{C2AFCE81-AC9B-CC28-B895-AFBE5141B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90137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4_Cha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8D22330-EE94-018D-13D8-8AA43E583F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8" r="5092"/>
          <a:stretch/>
        </p:blipFill>
        <p:spPr>
          <a:xfrm>
            <a:off x="6087986" y="-99036"/>
            <a:ext cx="6126167" cy="5551789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646205" y="733802"/>
            <a:ext cx="5544723" cy="633479"/>
          </a:xfrm>
          <a:solidFill>
            <a:schemeClr val="accent2"/>
          </a:solidFill>
          <a:ln>
            <a:noFill/>
          </a:ln>
        </p:spPr>
        <p:txBody>
          <a:bodyPr vert="horz" wrap="square" lIns="0" tIns="108000" rIns="0" bIns="10800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4</a:t>
            </a:r>
            <a:endParaRPr lang="fr-FR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2F767AD0-ABBA-1C31-7776-EEED48E37B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D6141041-F782-E7FF-70B4-0F606EB2BC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814" y="4485264"/>
            <a:ext cx="5725172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FE014808-386C-0F35-B873-C8220CE868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813" y="4933427"/>
            <a:ext cx="5724000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CFBC4992-90EC-59A5-C84F-9116805515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2814" y="5381590"/>
            <a:ext cx="5725172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0" name="Espace réservé du texte 16">
            <a:extLst>
              <a:ext uri="{FF2B5EF4-FFF2-40B4-BE49-F238E27FC236}">
                <a16:creationId xmlns:a16="http://schemas.microsoft.com/office/drawing/2014/main" id="{CE0B3692-9CAC-7D1A-2075-DD7719CA65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2813" y="5829753"/>
            <a:ext cx="5724000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8D58D8CF-5F46-38C6-60F2-F74593EB8D8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2814" y="4037101"/>
            <a:ext cx="5725172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FE5BAEF3-D453-E8B5-0744-E2621C2FF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2814" y="2244449"/>
            <a:ext cx="5725172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0EFA9C50-D8F8-1663-6635-BF4EB7D2D66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2813" y="2692612"/>
            <a:ext cx="5724000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AC8C0657-8C2F-E481-CACF-E896FB15B5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2814" y="3140775"/>
            <a:ext cx="5725172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6" name="Espace réservé du texte 16">
            <a:extLst>
              <a:ext uri="{FF2B5EF4-FFF2-40B4-BE49-F238E27FC236}">
                <a16:creationId xmlns:a16="http://schemas.microsoft.com/office/drawing/2014/main" id="{6637A87E-B8CD-6185-71F5-FE17A9E0949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2813" y="3588938"/>
            <a:ext cx="5724000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7" name="Espace réservé du texte 2">
            <a:extLst>
              <a:ext uri="{FF2B5EF4-FFF2-40B4-BE49-F238E27FC236}">
                <a16:creationId xmlns:a16="http://schemas.microsoft.com/office/drawing/2014/main" id="{690FE8C2-33EC-1D48-D242-517EC5909F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2814" y="1796286"/>
            <a:ext cx="5725172" cy="467892"/>
          </a:xfrm>
          <a:prstGeom prst="rect">
            <a:avLst/>
          </a:prstGeom>
          <a:solidFill>
            <a:srgbClr val="C16F6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7251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DD77689F-43F2-ADE0-43C5-7ACFEE46C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1D66F27B-AF5A-8F3C-29E5-E4C35FFF0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11389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B12381BB-8880-2130-E204-13CADC8D7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08379202-0865-658C-DD5C-FE6F28142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57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5E2D9A-9D6C-9DD2-6066-719D45EBB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7AE5C009-C82E-EF37-F8B0-25AD6C026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DFA7A789-49F6-E91E-39D2-7D8E2719FC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16BE1FE-03EE-6591-1E71-847EDAAF82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2E51E8-FE49-D311-509D-F23AD3CDD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B72D4466-4118-6D52-5167-D451E82E6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55538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54080" y="4147252"/>
            <a:ext cx="1066941" cy="863519"/>
            <a:chOff x="2753722" y="4148210"/>
            <a:chExt cx="1066802" cy="863719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no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solidFill>
              <a:schemeClr val="accent2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solidFill>
              <a:srgbClr val="FFFFFF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no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F00C4CEF-936C-713E-F7D6-A7F4DFB29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87561D09-0691-B272-BAC8-412EC2225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49511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5_Chap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B0326E45-9B3F-97C6-A6E4-1F7C4F932F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9" t="16974"/>
          <a:stretch/>
        </p:blipFill>
        <p:spPr>
          <a:xfrm flipH="1">
            <a:off x="2273597" y="81895"/>
            <a:ext cx="9918404" cy="5127792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4515651" y="829402"/>
            <a:ext cx="5808788" cy="669831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vert="horz" wrap="square" lIns="0" tIns="108000" rIns="0" bIns="14400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5</a:t>
            </a:r>
            <a:endParaRPr lang="fr-FR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69BE3E-3E3F-B2DF-0F0E-025754DAF0F8}"/>
              </a:ext>
            </a:extLst>
          </p:cNvPr>
          <p:cNvSpPr/>
          <p:nvPr userDrawn="1"/>
        </p:nvSpPr>
        <p:spPr>
          <a:xfrm>
            <a:off x="2787762" y="2039455"/>
            <a:ext cx="2005919" cy="287933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2D771154-F8E5-C25C-6682-205747EFA2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1C83A811-E677-BB92-B4D9-9C0B842552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9519" y="4723806"/>
            <a:ext cx="5725172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526D9649-83DB-7A1E-8773-A0568CBAC4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9519" y="5173511"/>
            <a:ext cx="5724000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40B3613C-C308-1975-CF72-B8343ABD50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9519" y="5623216"/>
            <a:ext cx="5725172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0" name="Espace réservé du texte 16">
            <a:extLst>
              <a:ext uri="{FF2B5EF4-FFF2-40B4-BE49-F238E27FC236}">
                <a16:creationId xmlns:a16="http://schemas.microsoft.com/office/drawing/2014/main" id="{5098B293-481D-DB85-C303-A28CEF8E3F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9519" y="6072920"/>
            <a:ext cx="5724000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A427DC45-556F-9793-D729-D093BBD6ED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9519" y="4274101"/>
            <a:ext cx="5725172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353A9566-C4F8-3DDB-16A7-3F23DCD75E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79519" y="2475281"/>
            <a:ext cx="5725172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FDC5B5C6-78E0-BE05-D9CF-8A3BA6FF5C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9519" y="2924986"/>
            <a:ext cx="5724000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5" name="Espace réservé du texte 6">
            <a:extLst>
              <a:ext uri="{FF2B5EF4-FFF2-40B4-BE49-F238E27FC236}">
                <a16:creationId xmlns:a16="http://schemas.microsoft.com/office/drawing/2014/main" id="{8C5A0D96-5A0A-C2E0-F785-332293BCC8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9519" y="3374691"/>
            <a:ext cx="5725172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6" name="Espace réservé du texte 16">
            <a:extLst>
              <a:ext uri="{FF2B5EF4-FFF2-40B4-BE49-F238E27FC236}">
                <a16:creationId xmlns:a16="http://schemas.microsoft.com/office/drawing/2014/main" id="{181B4C2C-EF03-32FF-D1F6-B6890B978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9519" y="3824396"/>
            <a:ext cx="5724000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37" name="Espace réservé du texte 2">
            <a:extLst>
              <a:ext uri="{FF2B5EF4-FFF2-40B4-BE49-F238E27FC236}">
                <a16:creationId xmlns:a16="http://schemas.microsoft.com/office/drawing/2014/main" id="{B70E41F6-2D74-A2DD-E4AC-7B7F1294BE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79519" y="2025576"/>
            <a:ext cx="5725172" cy="467892"/>
          </a:xfrm>
          <a:prstGeom prst="rect">
            <a:avLst/>
          </a:prstGeom>
          <a:solidFill>
            <a:srgbClr val="2D005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7911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78B73B7F-39E6-735F-5D72-3607C5543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23B1150E-CD85-0EF0-7FA0-67C78040F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5981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0F1B91EB-CC8C-4AAA-A887-AC6F4A04F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56783D7C-FB08-14F5-5AEA-1FCA76747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101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9CBA5E9-C340-2814-6ACE-3D20AD81CA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362E6F1A-C231-418E-EBAC-2775157691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963D70C7-D575-2143-042C-C0DDEC82F1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DB54A33-D8CB-C895-2F07-400BBD3AB2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E60CCC-80A7-09A4-6F2D-6B38FA1CE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D2BD7BE1-C8A0-E8A8-5697-E813BAFB4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55263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54080" y="4147252"/>
            <a:ext cx="1066941" cy="863519"/>
            <a:chOff x="2753722" y="4148210"/>
            <a:chExt cx="1066802" cy="863719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no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solidFill>
              <a:schemeClr val="accent3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solidFill>
              <a:srgbClr val="FFFFFF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no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9342ED-CA7F-D4CE-5EAB-5146606C2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F79F5743-DE57-623B-1107-91B74860A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33244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6_Chap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9859A6C-6984-35C8-F0D3-A6FE4BE23E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77" r="5295" b="9475"/>
          <a:stretch/>
        </p:blipFill>
        <p:spPr>
          <a:xfrm>
            <a:off x="3418561" y="493735"/>
            <a:ext cx="8773441" cy="6208208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893473"/>
            <a:ext cx="4070009" cy="633479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vert="horz" wrap="square" lIns="0" tIns="108000" rIns="0" bIns="10800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6</a:t>
            </a:r>
            <a:endParaRPr lang="fr-FR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CD6DDFCD-C758-3A12-EA0A-5A6E6F64BC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9731BD6B-5741-5E81-2BEE-B96ABCFA4D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859" y="4629506"/>
            <a:ext cx="5725172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BC3F3C05-8BB9-0D6C-2280-3EB1A92A9A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859" y="5078887"/>
            <a:ext cx="5724000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772827FF-6732-01BB-307B-8F8E234445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859" y="5528268"/>
            <a:ext cx="5725172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2" name="Espace réservé du texte 16">
            <a:extLst>
              <a:ext uri="{FF2B5EF4-FFF2-40B4-BE49-F238E27FC236}">
                <a16:creationId xmlns:a16="http://schemas.microsoft.com/office/drawing/2014/main" id="{D994A338-A067-D268-4567-840967C9C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9859" y="5977653"/>
            <a:ext cx="5724000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1AFBC5AE-B880-1D3D-8A10-132A35F39E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859" y="4180125"/>
            <a:ext cx="5725172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86820144-DFF2-2CCE-E8B3-E59A5B71AF4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9859" y="2382601"/>
            <a:ext cx="5725172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BBB23FF-8748-B1F3-A582-F1DCBCD197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9859" y="2831982"/>
            <a:ext cx="5724000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0974F7EF-2787-234C-7D9C-DBB1DF854F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99859" y="3281363"/>
            <a:ext cx="5725172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DA39DFDC-40F1-A075-3F10-A142B753CB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9859" y="3730744"/>
            <a:ext cx="5724000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ED554044-22EE-6CD3-1ED8-DAF2551285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9859" y="1933220"/>
            <a:ext cx="5725172" cy="467892"/>
          </a:xfrm>
          <a:prstGeom prst="rect">
            <a:avLst/>
          </a:prstGeom>
          <a:solidFill>
            <a:srgbClr val="8763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3919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848746C4-ED17-0848-305A-0E0FCB8A0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5AECAB98-0C82-7BFE-5190-49336F09B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29676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BBD71013-9FC2-4A97-9685-87B064FB3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759CAE47-B79D-F9A2-23BC-7ECF0CDB2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1946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D5A7A78-EBB6-25EE-F5DA-9D83899B5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CC46FA2C-EA5F-A4E6-07FC-8AFFF9758C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B44F8957-B43F-C947-5FD0-2CFC1BFF6D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AA7F5E9-309D-9FAF-B679-F8746F5F22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9CDFD4-54EC-3A22-553A-FCB59FBDE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7EE22097-A24B-18CC-87A0-6C04393E0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39774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54080" y="4147252"/>
            <a:ext cx="1066941" cy="863519"/>
            <a:chOff x="2753722" y="4148210"/>
            <a:chExt cx="1066802" cy="863719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no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solidFill>
              <a:schemeClr val="accent4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solidFill>
              <a:srgbClr val="FFFFFF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no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5D3E65E0-E666-32D7-337B-1728A5A2B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9B2A3C43-BD4D-AA27-A852-13A887C44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753479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7_Chap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que 31">
            <a:extLst>
              <a:ext uri="{FF2B5EF4-FFF2-40B4-BE49-F238E27FC236}">
                <a16:creationId xmlns:a16="http://schemas.microsoft.com/office/drawing/2014/main" id="{7EE0ABDA-6C3C-6A69-BC97-1238E84A6E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827" r="52283"/>
          <a:stretch/>
        </p:blipFill>
        <p:spPr>
          <a:xfrm flipV="1">
            <a:off x="389235" y="889528"/>
            <a:ext cx="5767367" cy="5968472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87451" y="1494437"/>
            <a:ext cx="5060315" cy="669831"/>
          </a:xfr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vert="horz" wrap="square" lIns="0" tIns="108000" rIns="0" bIns="14400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7</a:t>
            </a:r>
            <a:endParaRPr lang="fr-FR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675C929F-7F54-AC87-5E5C-D9B6A11236E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AE5EF63-B721-B2E4-687C-14BDCC538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14262" y="4634415"/>
            <a:ext cx="5725172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9AE43365-7A98-186C-31FD-BFBB43859B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14261" y="5082161"/>
            <a:ext cx="5724000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C84266CC-417A-4DFE-A186-51E771CB2A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14262" y="5529907"/>
            <a:ext cx="5725172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B4CB563D-247D-5447-4B44-E352111FC8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14261" y="5977654"/>
            <a:ext cx="5724000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8D70B9BC-6438-FE10-4419-EC7254B917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4262" y="4186669"/>
            <a:ext cx="5725172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A898C94E-A7A4-33F2-5C12-D8E10FFE0C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14262" y="2395685"/>
            <a:ext cx="5725172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438DD474-BA9F-A620-2FBC-5E00D5F771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14261" y="2843431"/>
            <a:ext cx="5724000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57C0602C-C7FF-37D6-8DBE-13D3B381C8D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14262" y="3291177"/>
            <a:ext cx="5725172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3" name="Espace réservé du texte 16">
            <a:extLst>
              <a:ext uri="{FF2B5EF4-FFF2-40B4-BE49-F238E27FC236}">
                <a16:creationId xmlns:a16="http://schemas.microsoft.com/office/drawing/2014/main" id="{037FEE89-E7C4-A1B3-5B86-099072C112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4261" y="3738923"/>
            <a:ext cx="5724000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F0D0DE0-D7A9-A363-D67A-ADD10BE34BD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14262" y="1947939"/>
            <a:ext cx="5725172" cy="467892"/>
          </a:xfrm>
          <a:prstGeom prst="rect">
            <a:avLst/>
          </a:prstGeom>
          <a:solidFill>
            <a:srgbClr val="A50062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0608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D8806EDA-804B-DBF4-4D66-F4E7AEE79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A03B8268-D395-BBB4-140D-6480F5850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16571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EE4CAE65-A073-8024-988A-8177774F7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42E4C4E9-0395-DF77-0BE0-CA2560CC6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7997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CE8901D-287C-A5DD-21EA-2B718059DB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6785C08B-44DD-5938-2F8D-EE43E5A2BE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6C752333-CB92-4954-7F63-504392437E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CF2EF87-C50E-B573-94DB-E10CB7376A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7F8137-94F2-E6CE-E37E-64D6E5FAF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EAA3D21A-5BA5-454D-7A47-C37F53C36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8165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54080" y="4147252"/>
            <a:ext cx="1066941" cy="863519"/>
            <a:chOff x="2753722" y="4148210"/>
            <a:chExt cx="1066802" cy="863719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no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solidFill>
              <a:schemeClr val="accent5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solidFill>
              <a:srgbClr val="FFFFFF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no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5757783F-3E9A-7145-7079-DB5D4319A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113D6F69-23C3-7DF4-4626-6E7A93ACD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08440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 8_Chap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617259" y="954813"/>
            <a:ext cx="5131469" cy="633479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vert="horz" wrap="square" lIns="144000" tIns="108000" rIns="0" bIns="10800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8</a:t>
            </a:r>
            <a:endParaRPr lang="fr-FR" dirty="0"/>
          </a:p>
        </p:txBody>
      </p:sp>
      <p:pic>
        <p:nvPicPr>
          <p:cNvPr id="22" name="Graphique 21">
            <a:extLst>
              <a:ext uri="{FF2B5EF4-FFF2-40B4-BE49-F238E27FC236}">
                <a16:creationId xmlns:a16="http://schemas.microsoft.com/office/drawing/2014/main" id="{7CD107D2-2A95-E57E-2959-37B787BFBB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788" r="19923"/>
          <a:stretch/>
        </p:blipFill>
        <p:spPr>
          <a:xfrm>
            <a:off x="2450098" y="1418453"/>
            <a:ext cx="9762924" cy="5386300"/>
          </a:xfrm>
          <a:prstGeom prst="rect">
            <a:avLst/>
          </a:prstGeom>
        </p:spPr>
      </p:pic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BF365824-BB83-12B8-CB74-0A15762FB2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578BBDC6-5133-4DDA-9B61-D868ED1BF4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678" y="4714510"/>
            <a:ext cx="5725172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960BA940-48FB-E67E-3FDC-85219DADB2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677" y="5162617"/>
            <a:ext cx="5724000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1F0FA660-2722-B394-3342-F5CDC53D7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0678" y="5610724"/>
            <a:ext cx="5725172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349E7085-96EC-3084-DF28-579E53D6FF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0677" y="6058835"/>
            <a:ext cx="5724000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1D4E3134-0AEC-4B3A-82B7-A9A1485E403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0678" y="4266403"/>
            <a:ext cx="5725172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D2970232-58F6-0FAB-2FC9-F1DA405DB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0678" y="2473975"/>
            <a:ext cx="5725172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F4A45093-EC34-FB2D-EA1A-1A50AE6A046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0677" y="2922082"/>
            <a:ext cx="5724000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4" name="Espace réservé du texte 6">
            <a:extLst>
              <a:ext uri="{FF2B5EF4-FFF2-40B4-BE49-F238E27FC236}">
                <a16:creationId xmlns:a16="http://schemas.microsoft.com/office/drawing/2014/main" id="{4BB2AFF0-1E7A-7DA2-82A6-1D0F54514F1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0678" y="3370189"/>
            <a:ext cx="5725172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5" name="Espace réservé du texte 16">
            <a:extLst>
              <a:ext uri="{FF2B5EF4-FFF2-40B4-BE49-F238E27FC236}">
                <a16:creationId xmlns:a16="http://schemas.microsoft.com/office/drawing/2014/main" id="{07E395EA-E13F-CF5A-39B0-F3039EE1DD8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0677" y="3818296"/>
            <a:ext cx="5724000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9CED8D23-6745-89E1-C30F-B1B02828FF5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0678" y="2025868"/>
            <a:ext cx="5725172" cy="467892"/>
          </a:xfrm>
          <a:prstGeom prst="rect">
            <a:avLst/>
          </a:prstGeom>
          <a:solidFill>
            <a:srgbClr val="001B71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4102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7CD3B3DF-CD4F-0B04-050E-E61624824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8CF2FB5A-3F8D-6C76-73F0-D935B7955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56875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3FE363C9-727E-527A-DC62-9737B86B2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B728C307-AB03-4995-59CE-D392500E9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6108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14956F7-02FC-1BE7-E55B-FCCD2379F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551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9F4AE49A-3253-7872-C79F-421DD81E4E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81602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6CFF0A0E-8C0E-9C3D-20AA-2B68622886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9507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FD6714B-2496-C8CA-D812-1770C775E34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552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CB93C9-2C06-E027-A79E-3C3ADB06A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346AB231-2727-CCAC-8F28-D86F405F1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793037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54080" y="4147252"/>
            <a:ext cx="1066941" cy="863519"/>
            <a:chOff x="2753722" y="4148210"/>
            <a:chExt cx="1066802" cy="863719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no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solidFill>
              <a:schemeClr val="accent6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solidFill>
              <a:srgbClr val="8265A9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solidFill>
              <a:srgbClr val="FFFFFF"/>
            </a:solidFill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no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868E23A0-0D8C-6222-E9E9-58191022F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3941FBD4-34D1-AD4B-7534-3513BBB34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36604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9_Chap">
    <p:bg>
      <p:bgPr>
        <a:solidFill>
          <a:srgbClr val="620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que 31">
            <a:extLst>
              <a:ext uri="{FF2B5EF4-FFF2-40B4-BE49-F238E27FC236}">
                <a16:creationId xmlns:a16="http://schemas.microsoft.com/office/drawing/2014/main" id="{7EE0ABDA-6C3C-6A69-BC97-1238E84A6E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433" r="9759" b="-1280"/>
          <a:stretch/>
        </p:blipFill>
        <p:spPr>
          <a:xfrm flipV="1">
            <a:off x="1284949" y="545875"/>
            <a:ext cx="10907051" cy="6312127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6167307" y="697452"/>
            <a:ext cx="5795120" cy="669831"/>
          </a:xfrm>
          <a:solidFill>
            <a:srgbClr val="62003B"/>
          </a:solidFill>
          <a:ln>
            <a:noFill/>
          </a:ln>
        </p:spPr>
        <p:txBody>
          <a:bodyPr vert="horz" wrap="square" lIns="0" tIns="108000" rIns="0" bIns="14400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9</a:t>
            </a:r>
            <a:endParaRPr lang="fr-FR" dirty="0"/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4B060D70-6AE1-D90C-A3F3-99FD5A6C1A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983" y="380663"/>
            <a:ext cx="1811036" cy="1055843"/>
          </a:xfrm>
          <a:prstGeom prst="rect">
            <a:avLst/>
          </a:prstGeom>
          <a:solidFill>
            <a:srgbClr val="62003B"/>
          </a:solidFill>
        </p:spPr>
      </p:pic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BA4C302-B077-CC3D-1785-BCE7E0058C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8427" y="4484160"/>
            <a:ext cx="5725172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09CDBAE3-D29C-22DC-0D0B-59D276FDF8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427" y="4937517"/>
            <a:ext cx="5724000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D75680CA-E5FE-01C1-E910-CFDED97F8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8427" y="5390874"/>
            <a:ext cx="5725172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2" name="Espace réservé du texte 16">
            <a:extLst>
              <a:ext uri="{FF2B5EF4-FFF2-40B4-BE49-F238E27FC236}">
                <a16:creationId xmlns:a16="http://schemas.microsoft.com/office/drawing/2014/main" id="{4B9E33E5-52C7-5452-B48B-D30C9F512E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8427" y="5844235"/>
            <a:ext cx="5724000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434F119C-A696-E953-CCF0-DC446ECB67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8427" y="4030803"/>
            <a:ext cx="5725172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4F253C0-5C44-800B-D419-517BF8D9B1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38427" y="2217375"/>
            <a:ext cx="5725172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F174A44D-8917-CA38-6C3B-0F9ABF73255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8427" y="2670732"/>
            <a:ext cx="5724000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215D4850-D88F-62E9-80EC-90CC8779A7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8427" y="3124089"/>
            <a:ext cx="5725172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7A2CD0A5-A018-092B-7C29-FFE024F983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38427" y="3577446"/>
            <a:ext cx="5724000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0E79591B-3A72-F352-9B5A-9E82967378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38427" y="1764018"/>
            <a:ext cx="5725172" cy="467892"/>
          </a:xfrm>
          <a:prstGeom prst="rect">
            <a:avLst/>
          </a:prstGeom>
          <a:solidFill>
            <a:srgbClr val="62003B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3540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rgbClr val="62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E6321DD6-DC88-15D7-8C39-5BC83EC21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F3406016-19A8-73C0-9AB2-BCB14D5EE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68646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83674"/>
            <a:ext cx="4115336" cy="6464391"/>
          </a:xfrm>
          <a:prstGeom prst="rect">
            <a:avLst/>
          </a:prstGeom>
          <a:solidFill>
            <a:srgbClr val="62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54B0A0FE-0F94-D3CD-7DB2-A2345281F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54F1A61C-E5D3-5251-752E-45BA2E3D2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0961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rgbClr val="62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DE161A0-3F8D-1398-AE74-8BF711D33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BE3BF435-A8FE-5884-55E5-582136ED33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553CCFAA-D738-6077-FF68-D83B3828E9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08B04EB-5E1E-D6FB-EF4C-13565DBC7C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577374-445E-88D0-52AE-1DC7C150B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55842D5B-E5B7-BBE8-86F6-11C9BAECA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42219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rgbClr val="62003B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85612" y="4147252"/>
            <a:ext cx="1066941" cy="863519"/>
            <a:chOff x="2753722" y="4148210"/>
            <a:chExt cx="1066802" cy="863719"/>
          </a:xfrm>
          <a:solidFill>
            <a:srgbClr val="62003B"/>
          </a:solidFill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grp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grpFill/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grpFill/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grpFill/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grpFill/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grp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6B6B7087-DB01-E1C0-4552-36ACD5C70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7" name="Espace réservé du pied de page 3">
            <a:extLst>
              <a:ext uri="{FF2B5EF4-FFF2-40B4-BE49-F238E27FC236}">
                <a16:creationId xmlns:a16="http://schemas.microsoft.com/office/drawing/2014/main" id="{A7E13659-19D3-0815-BAB6-68710CFD3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902163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 10_Chap">
    <p:bg>
      <p:bgPr>
        <a:solidFill>
          <a:srgbClr val="003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que 31">
            <a:extLst>
              <a:ext uri="{FF2B5EF4-FFF2-40B4-BE49-F238E27FC236}">
                <a16:creationId xmlns:a16="http://schemas.microsoft.com/office/drawing/2014/main" id="{7EE0ABDA-6C3C-6A69-BC97-1238E84A6E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827" r="52283"/>
          <a:stretch/>
        </p:blipFill>
        <p:spPr>
          <a:xfrm flipV="1">
            <a:off x="389235" y="889528"/>
            <a:ext cx="5767367" cy="5968472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389236" y="1506018"/>
            <a:ext cx="5204741" cy="669831"/>
          </a:xfrm>
          <a:solidFill>
            <a:srgbClr val="003E00"/>
          </a:solidFill>
          <a:ln>
            <a:noFill/>
          </a:ln>
        </p:spPr>
        <p:txBody>
          <a:bodyPr vert="horz" wrap="square" lIns="0" tIns="108000" rIns="0" bIns="14400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sz="2699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900"/>
              </a:spcBef>
              <a:buFont typeface="Arial" pitchFamily="34" charset="0"/>
              <a:buNone/>
            </a:pPr>
            <a:r>
              <a:rPr lang="de-DE" dirty="0"/>
              <a:t>Titel Kapitel 10</a:t>
            </a:r>
            <a:endParaRPr lang="fr-FR" dirty="0"/>
          </a:p>
        </p:txBody>
      </p:sp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675C929F-7F54-AC87-5E5C-D9B6A11236E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51" y="412555"/>
            <a:ext cx="1811036" cy="1055843"/>
          </a:xfrm>
          <a:prstGeom prst="rect">
            <a:avLst/>
          </a:prstGeom>
        </p:spPr>
      </p:pic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7AD71BB-E113-B5D2-9EF1-3084E928CB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26455" y="4944881"/>
            <a:ext cx="5725172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4F0BD344-4B0E-332D-B888-12BDD159FE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6455" y="5397208"/>
            <a:ext cx="5724000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75D9DD55-B00D-3B8E-10BF-8913183BF7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6455" y="5849535"/>
            <a:ext cx="5725172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8" name="Espace réservé du texte 16">
            <a:extLst>
              <a:ext uri="{FF2B5EF4-FFF2-40B4-BE49-F238E27FC236}">
                <a16:creationId xmlns:a16="http://schemas.microsoft.com/office/drawing/2014/main" id="{E59E6225-5EC6-1E12-F7B6-97DFD3CC3CB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26455" y="6301859"/>
            <a:ext cx="5724000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86DD4E50-D459-5A1A-E979-6389EF0249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26455" y="4492554"/>
            <a:ext cx="5725172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FDB1717C-83E7-6F4D-F7EC-60AF90E4EC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6455" y="2683246"/>
            <a:ext cx="5725172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274D8B6C-D8A9-D00E-0C6B-9CDED6088F8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26455" y="3135573"/>
            <a:ext cx="5724000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F659E64A-0AAB-0E69-9005-BB04738F87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26455" y="3587900"/>
            <a:ext cx="5725172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  <a:lvl2pPr marL="201175" indent="0">
              <a:buNone/>
              <a:defRPr/>
            </a:lvl2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3" name="Espace réservé du texte 16">
            <a:extLst>
              <a:ext uri="{FF2B5EF4-FFF2-40B4-BE49-F238E27FC236}">
                <a16:creationId xmlns:a16="http://schemas.microsoft.com/office/drawing/2014/main" id="{34D97B01-0190-2636-B3A3-E6DDD34E92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26455" y="4040227"/>
            <a:ext cx="5724000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14270" indent="-214270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 </a:t>
            </a:r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B2C6E9F1-19EA-34CB-0485-5C52699DDA4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26455" y="2230919"/>
            <a:ext cx="5725172" cy="467892"/>
          </a:xfrm>
          <a:prstGeom prst="rect">
            <a:avLst/>
          </a:prstGeom>
          <a:solidFill>
            <a:srgbClr val="003E00"/>
          </a:solidFill>
        </p:spPr>
        <p:txBody>
          <a:bodyPr lIns="0" tIns="0" rIns="72000" bIns="0" anchor="ctr" anchorCtr="0">
            <a:normAutofit/>
          </a:bodyPr>
          <a:lstStyle>
            <a:lvl1pPr marL="257123" indent="-257123">
              <a:buClr>
                <a:schemeClr val="bg1"/>
              </a:buClr>
              <a:buSzPct val="120000"/>
              <a:buFont typeface="Courier New" panose="02070309020205020404" pitchFamily="49" charset="0"/>
              <a:buChar char="o"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err="1"/>
              <a:t>Klicken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hier, um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Untertitel</a:t>
            </a:r>
            <a:r>
              <a:rPr lang="fr-FR" dirty="0"/>
              <a:t> </a:t>
            </a:r>
            <a:r>
              <a:rPr lang="fr-FR" dirty="0" err="1"/>
              <a:t>hinzuzufügen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0163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3" userDrawn="1">
          <p15:clr>
            <a:srgbClr val="FBAE40"/>
          </p15:clr>
        </p15:guide>
        <p15:guide id="2" pos="3849" userDrawn="1">
          <p15:clr>
            <a:srgbClr val="FBAE40"/>
          </p15:clr>
        </p15:guide>
        <p15:guide id="4" pos="9988" userDrawn="1">
          <p15:clr>
            <a:srgbClr val="FBAE40"/>
          </p15:clr>
        </p15:guide>
        <p15:guide id="5" orient="horz" pos="1049" userDrawn="1">
          <p15:clr>
            <a:srgbClr val="FBAE40"/>
          </p15:clr>
        </p15:guide>
        <p15:guide id="6" orient="horz" pos="2070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rgbClr val="00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1D77F566-3508-B98D-2D13-0661C0DB86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6093" y="1564278"/>
            <a:ext cx="10407419" cy="4786892"/>
          </a:xfrm>
          <a:prstGeom prst="rect">
            <a:avLst/>
          </a:prstGeom>
          <a:solidFill>
            <a:schemeClr val="bg1"/>
          </a:solidFill>
        </p:spPr>
        <p:txBody>
          <a:bodyPr wrap="square" tIns="144000" bIns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 hasCustomPrompt="1"/>
          </p:nvPr>
        </p:nvSpPr>
        <p:spPr>
          <a:xfrm>
            <a:off x="1486093" y="700958"/>
            <a:ext cx="10393179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82537795-4A88-1127-EBD2-8F1E53FA8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3" name="Espace réservé du pied de page 3">
            <a:extLst>
              <a:ext uri="{FF2B5EF4-FFF2-40B4-BE49-F238E27FC236}">
                <a16:creationId xmlns:a16="http://schemas.microsoft.com/office/drawing/2014/main" id="{1EC41EE0-00B6-9648-A0E0-C388AB841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33224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&amp; contenu 2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08B7DF-6967-7FBA-4F9C-C1F6D5D7AD70}"/>
              </a:ext>
            </a:extLst>
          </p:cNvPr>
          <p:cNvSpPr/>
          <p:nvPr userDrawn="1"/>
        </p:nvSpPr>
        <p:spPr>
          <a:xfrm>
            <a:off x="0" y="338082"/>
            <a:ext cx="4115336" cy="6464391"/>
          </a:xfrm>
          <a:prstGeom prst="rect">
            <a:avLst/>
          </a:prstGeom>
          <a:solidFill>
            <a:srgbClr val="00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4418" y="2321596"/>
            <a:ext cx="3366439" cy="2835001"/>
          </a:xfrm>
          <a:noFill/>
        </p:spPr>
        <p:txBody>
          <a:bodyPr rIns="108000" bIns="108000">
            <a:normAutofit/>
          </a:bodyPr>
          <a:lstStyle>
            <a:lvl1pPr algn="l" defTabSz="6856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699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23" hasCustomPrompt="1"/>
          </p:nvPr>
        </p:nvSpPr>
        <p:spPr>
          <a:xfrm>
            <a:off x="8221147" y="393611"/>
            <a:ext cx="3664427" cy="5951747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4267744" y="393611"/>
            <a:ext cx="3665277" cy="5951747"/>
          </a:xfrm>
          <a:prstGeom prst="rect">
            <a:avLst/>
          </a:prstGeom>
          <a:noFill/>
        </p:spPr>
        <p:txBody>
          <a:bodyPr tIns="324000"/>
          <a:lstStyle>
            <a:lvl1pPr>
              <a:defRPr sz="165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D1949B9-B9F8-C447-AF46-FFB7BF4B242D}"/>
              </a:ext>
            </a:extLst>
          </p:cNvPr>
          <p:cNvCxnSpPr/>
          <p:nvPr userDrawn="1"/>
        </p:nvCxnSpPr>
        <p:spPr>
          <a:xfrm>
            <a:off x="8084603" y="393612"/>
            <a:ext cx="0" cy="5983533"/>
          </a:xfrm>
          <a:prstGeom prst="line">
            <a:avLst/>
          </a:prstGeom>
          <a:ln w="12700">
            <a:solidFill>
              <a:srgbClr val="620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>
            <a:extLst>
              <a:ext uri="{FF2B5EF4-FFF2-40B4-BE49-F238E27FC236}">
                <a16:creationId xmlns:a16="http://schemas.microsoft.com/office/drawing/2014/main" id="{AA78BCCB-356C-3D9F-6578-A58E995C7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6" t="1" r="-52755" b="55435"/>
          <a:stretch/>
        </p:blipFill>
        <p:spPr>
          <a:xfrm>
            <a:off x="2" y="497823"/>
            <a:ext cx="3970855" cy="1823773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B06F8043-C89E-4F34-375E-A3BE2CB78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57514E36-0CE0-BDF9-08E2-EE18D17BE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0597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D73A8E-76E6-48C1-27E2-F1C979532C28}"/>
              </a:ext>
            </a:extLst>
          </p:cNvPr>
          <p:cNvSpPr/>
          <p:nvPr userDrawn="1"/>
        </p:nvSpPr>
        <p:spPr>
          <a:xfrm>
            <a:off x="1" y="367779"/>
            <a:ext cx="587451" cy="6490223"/>
          </a:xfrm>
          <a:prstGeom prst="rect">
            <a:avLst/>
          </a:prstGeom>
          <a:solidFill>
            <a:srgbClr val="00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23FACF0F-4B07-4C6E-AAD9-B9447C66D8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072" r="27213"/>
          <a:stretch/>
        </p:blipFill>
        <p:spPr>
          <a:xfrm>
            <a:off x="2" y="55530"/>
            <a:ext cx="3213519" cy="55517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23BA5ED-1B9D-A337-83A4-9C69698078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09" y="700958"/>
            <a:ext cx="11085563" cy="538710"/>
          </a:xfrm>
          <a:solidFill>
            <a:schemeClr val="bg1"/>
          </a:solidFill>
        </p:spPr>
        <p:txBody>
          <a:bodyPr lIns="108000" anchor="b" anchorCtr="0"/>
          <a:lstStyle>
            <a:lvl1pPr>
              <a:lnSpc>
                <a:spcPts val="2498"/>
              </a:lnSpc>
              <a:defRPr sz="2699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BF5FDF5C-3575-299D-AAA6-8D503999DF7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6760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F39CEF05-FB08-79B8-94F8-5CDD490D18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0236" y="1510532"/>
            <a:ext cx="3518813" cy="4812864"/>
          </a:xfrm>
          <a:prstGeom prst="rect">
            <a:avLst/>
          </a:prstGeom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2E08048-6214-C48B-EC99-48D520E9101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3711" y="1510532"/>
            <a:ext cx="3518813" cy="4812864"/>
          </a:xfrm>
          <a:prstGeom prst="rect">
            <a:avLst/>
          </a:prstGeom>
          <a:solidFill>
            <a:schemeClr val="bg1"/>
          </a:solidFill>
        </p:spPr>
        <p:txBody>
          <a:bodyPr tIns="324000" bIns="108000"/>
          <a:lstStyle>
            <a:lvl1pPr>
              <a:defRPr sz="1650"/>
            </a:lvl1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D7EEB4A3-015D-5673-E2E8-850EE7186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12" name="Espace réservé du pied de page 3">
            <a:extLst>
              <a:ext uri="{FF2B5EF4-FFF2-40B4-BE49-F238E27FC236}">
                <a16:creationId xmlns:a16="http://schemas.microsoft.com/office/drawing/2014/main" id="{0506E1F2-37BC-DDA2-955B-1E7194822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057499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xo grou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81957F-7AF3-7A29-CF2B-CFAADAA432F6}"/>
              </a:ext>
            </a:extLst>
          </p:cNvPr>
          <p:cNvSpPr/>
          <p:nvPr userDrawn="1"/>
        </p:nvSpPr>
        <p:spPr>
          <a:xfrm>
            <a:off x="0" y="473010"/>
            <a:ext cx="4268696" cy="6384990"/>
          </a:xfrm>
          <a:prstGeom prst="rect">
            <a:avLst/>
          </a:prstGeom>
          <a:solidFill>
            <a:schemeClr val="accent1">
              <a:lumMod val="20000"/>
              <a:lumOff val="8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7CC1E0F-ACBF-5AA6-DA94-55814EEF4D3E}"/>
              </a:ext>
            </a:extLst>
          </p:cNvPr>
          <p:cNvSpPr txBox="1"/>
          <p:nvPr userDrawn="1"/>
        </p:nvSpPr>
        <p:spPr>
          <a:xfrm>
            <a:off x="1" y="4636965"/>
            <a:ext cx="3541947" cy="1699926"/>
          </a:xfrm>
          <a:prstGeom prst="rect">
            <a:avLst/>
          </a:prstGeom>
          <a:solidFill>
            <a:srgbClr val="003E00"/>
          </a:solidFill>
        </p:spPr>
        <p:txBody>
          <a:bodyPr wrap="square" rtlCol="0">
            <a:noAutofit/>
          </a:bodyPr>
          <a:lstStyle/>
          <a:p>
            <a:pPr marL="805892" indent="0"/>
            <a:r>
              <a:rPr lang="fr-FR" sz="1800" b="1" dirty="0" err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Aktivität</a:t>
            </a:r>
            <a:endParaRPr lang="fr-FR" sz="18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84415" y="827524"/>
            <a:ext cx="3366439" cy="1048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4268697" y="801503"/>
            <a:ext cx="7640596" cy="55162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>
          <a:xfrm>
            <a:off x="1062249" y="5077737"/>
            <a:ext cx="1555953" cy="491086"/>
          </a:xfrm>
          <a:prstGeom prst="rect">
            <a:avLst/>
          </a:prstGeom>
          <a:solidFill>
            <a:srgbClr val="003E00"/>
          </a:solidFill>
        </p:spPr>
        <p:txBody>
          <a:bodyPr anchor="t" anchorCtr="0">
            <a:no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Dauer</a:t>
            </a:r>
            <a:endParaRPr lang="fr-FR" dirty="0"/>
          </a:p>
        </p:txBody>
      </p:sp>
      <p:sp>
        <p:nvSpPr>
          <p:cNvPr id="53" name="Espace réservé du texte 11">
            <a:extLst>
              <a:ext uri="{FF2B5EF4-FFF2-40B4-BE49-F238E27FC236}">
                <a16:creationId xmlns:a16="http://schemas.microsoft.com/office/drawing/2014/main" id="{D5D79CE7-20D0-BD4B-D963-B17133DCA8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62247" y="5704371"/>
            <a:ext cx="2363404" cy="491086"/>
          </a:xfrm>
          <a:prstGeom prst="rect">
            <a:avLst/>
          </a:prstGeom>
          <a:solidFill>
            <a:srgbClr val="003E00"/>
          </a:solidFill>
        </p:spPr>
        <p:txBody>
          <a:bodyPr anchor="b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fr-FR" dirty="0" err="1"/>
              <a:t>Untertitel</a:t>
            </a:r>
            <a:endParaRPr lang="fr-FR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70FC876-CA50-2C35-2165-D421A6470A6E}"/>
              </a:ext>
            </a:extLst>
          </p:cNvPr>
          <p:cNvGrpSpPr/>
          <p:nvPr userDrawn="1"/>
        </p:nvGrpSpPr>
        <p:grpSpPr>
          <a:xfrm>
            <a:off x="2754080" y="4147252"/>
            <a:ext cx="1066941" cy="863519"/>
            <a:chOff x="2753722" y="4148210"/>
            <a:chExt cx="1066802" cy="863719"/>
          </a:xfrm>
          <a:solidFill>
            <a:srgbClr val="003E00"/>
          </a:solidFill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7EA23E40-C027-802D-5535-30727D9CBDA8}"/>
                </a:ext>
              </a:extLst>
            </p:cNvPr>
            <p:cNvSpPr/>
            <p:nvPr/>
          </p:nvSpPr>
          <p:spPr>
            <a:xfrm>
              <a:off x="2753722" y="4184340"/>
              <a:ext cx="827589" cy="827589"/>
            </a:xfrm>
            <a:custGeom>
              <a:avLst/>
              <a:gdLst>
                <a:gd name="connsiteX0" fmla="*/ 827590 w 827589"/>
                <a:gd name="connsiteY0" fmla="*/ 413795 h 827589"/>
                <a:gd name="connsiteX1" fmla="*/ 413795 w 827589"/>
                <a:gd name="connsiteY1" fmla="*/ 827589 h 827589"/>
                <a:gd name="connsiteX2" fmla="*/ 0 w 827589"/>
                <a:gd name="connsiteY2" fmla="*/ 413795 h 827589"/>
                <a:gd name="connsiteX3" fmla="*/ 413795 w 827589"/>
                <a:gd name="connsiteY3" fmla="*/ 0 h 827589"/>
                <a:gd name="connsiteX4" fmla="*/ 827590 w 827589"/>
                <a:gd name="connsiteY4" fmla="*/ 413795 h 82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589" h="827589">
                  <a:moveTo>
                    <a:pt x="827590" y="413795"/>
                  </a:moveTo>
                  <a:cubicBezTo>
                    <a:pt x="827590" y="642327"/>
                    <a:pt x="642327" y="827589"/>
                    <a:pt x="413795" y="827589"/>
                  </a:cubicBezTo>
                  <a:cubicBezTo>
                    <a:pt x="185262" y="827589"/>
                    <a:pt x="0" y="642327"/>
                    <a:pt x="0" y="413795"/>
                  </a:cubicBezTo>
                  <a:cubicBezTo>
                    <a:pt x="0" y="185262"/>
                    <a:pt x="185262" y="0"/>
                    <a:pt x="413795" y="0"/>
                  </a:cubicBezTo>
                  <a:cubicBezTo>
                    <a:pt x="642327" y="0"/>
                    <a:pt x="827590" y="185262"/>
                    <a:pt x="827590" y="413795"/>
                  </a:cubicBezTo>
                  <a:close/>
                </a:path>
              </a:pathLst>
            </a:custGeom>
            <a:grpFill/>
            <a:ln w="853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E753F0B7-1EB6-2CC1-E1A6-E5DF157AA3C8}"/>
                </a:ext>
              </a:extLst>
            </p:cNvPr>
            <p:cNvSpPr/>
            <p:nvPr/>
          </p:nvSpPr>
          <p:spPr>
            <a:xfrm>
              <a:off x="2792469" y="4223087"/>
              <a:ext cx="750094" cy="750093"/>
            </a:xfrm>
            <a:custGeom>
              <a:avLst/>
              <a:gdLst>
                <a:gd name="connsiteX0" fmla="*/ 750094 w 750094"/>
                <a:gd name="connsiteY0" fmla="*/ 375047 h 750093"/>
                <a:gd name="connsiteX1" fmla="*/ 375047 w 750094"/>
                <a:gd name="connsiteY1" fmla="*/ 750094 h 750093"/>
                <a:gd name="connsiteX2" fmla="*/ 0 w 750094"/>
                <a:gd name="connsiteY2" fmla="*/ 375047 h 750093"/>
                <a:gd name="connsiteX3" fmla="*/ 375047 w 750094"/>
                <a:gd name="connsiteY3" fmla="*/ 0 h 750093"/>
                <a:gd name="connsiteX4" fmla="*/ 750094 w 750094"/>
                <a:gd name="connsiteY4" fmla="*/ 375047 h 7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94" h="750093">
                  <a:moveTo>
                    <a:pt x="750094" y="375047"/>
                  </a:moveTo>
                  <a:cubicBezTo>
                    <a:pt x="750094" y="582180"/>
                    <a:pt x="582180" y="750094"/>
                    <a:pt x="375047" y="750094"/>
                  </a:cubicBezTo>
                  <a:cubicBezTo>
                    <a:pt x="167914" y="750094"/>
                    <a:pt x="0" y="582180"/>
                    <a:pt x="0" y="375047"/>
                  </a:cubicBezTo>
                  <a:cubicBezTo>
                    <a:pt x="0" y="167914"/>
                    <a:pt x="167914" y="0"/>
                    <a:pt x="375047" y="0"/>
                  </a:cubicBezTo>
                  <a:cubicBezTo>
                    <a:pt x="582180" y="0"/>
                    <a:pt x="750094" y="167914"/>
                    <a:pt x="750094" y="375047"/>
                  </a:cubicBezTo>
                  <a:close/>
                </a:path>
              </a:pathLst>
            </a:custGeom>
            <a:grpFill/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24FC0465-D52B-05C6-98D9-7BFC25D6C8D1}"/>
                </a:ext>
              </a:extLst>
            </p:cNvPr>
            <p:cNvSpPr/>
            <p:nvPr/>
          </p:nvSpPr>
          <p:spPr>
            <a:xfrm>
              <a:off x="3547750" y="4592326"/>
              <a:ext cx="4286" cy="278"/>
            </a:xfrm>
            <a:custGeom>
              <a:avLst/>
              <a:gdLst>
                <a:gd name="connsiteX0" fmla="*/ 0 w 4286"/>
                <a:gd name="connsiteY0" fmla="*/ 279 h 278"/>
                <a:gd name="connsiteX1" fmla="*/ 0 w 4286"/>
                <a:gd name="connsiteY1" fmla="*/ 279 h 278"/>
                <a:gd name="connsiteX2" fmla="*/ 0 w 4286"/>
                <a:gd name="connsiteY2" fmla="*/ 279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279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2"/>
                    <a:pt x="0" y="-193"/>
                    <a:pt x="0" y="279"/>
                  </a:cubicBezTo>
                  <a:close/>
                </a:path>
              </a:pathLst>
            </a:custGeom>
            <a:grpFill/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BFB6B839-790F-152A-186B-1AEFEDC92E99}"/>
                </a:ext>
              </a:extLst>
            </p:cNvPr>
            <p:cNvSpPr/>
            <p:nvPr/>
          </p:nvSpPr>
          <p:spPr>
            <a:xfrm>
              <a:off x="3547750" y="4592605"/>
              <a:ext cx="4286" cy="278"/>
            </a:xfrm>
            <a:custGeom>
              <a:avLst/>
              <a:gdLst>
                <a:gd name="connsiteX0" fmla="*/ 0 w 4286"/>
                <a:gd name="connsiteY0" fmla="*/ 0 h 278"/>
                <a:gd name="connsiteX1" fmla="*/ 0 w 4286"/>
                <a:gd name="connsiteY1" fmla="*/ 0 h 278"/>
                <a:gd name="connsiteX2" fmla="*/ 0 w 4286"/>
                <a:gd name="connsiteY2" fmla="*/ 0 h 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" h="27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71"/>
                    <a:pt x="0" y="257"/>
                    <a:pt x="0" y="0"/>
                  </a:cubicBezTo>
                  <a:close/>
                </a:path>
              </a:pathLst>
            </a:custGeom>
            <a:grpFill/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0FCADA55-AD93-7FC3-F62A-A82852ECFB63}"/>
                </a:ext>
              </a:extLst>
            </p:cNvPr>
            <p:cNvSpPr/>
            <p:nvPr/>
          </p:nvSpPr>
          <p:spPr>
            <a:xfrm>
              <a:off x="3170088" y="4148210"/>
              <a:ext cx="650436" cy="508688"/>
            </a:xfrm>
            <a:custGeom>
              <a:avLst/>
              <a:gdLst>
                <a:gd name="connsiteX0" fmla="*/ 598404 w 650436"/>
                <a:gd name="connsiteY0" fmla="*/ 403804 h 508688"/>
                <a:gd name="connsiteX1" fmla="*/ 556656 w 650436"/>
                <a:gd name="connsiteY1" fmla="*/ 424078 h 508688"/>
                <a:gd name="connsiteX2" fmla="*/ 452328 w 650436"/>
                <a:gd name="connsiteY2" fmla="*/ 422663 h 508688"/>
                <a:gd name="connsiteX3" fmla="*/ 213713 w 650436"/>
                <a:gd name="connsiteY3" fmla="*/ 51517 h 508688"/>
                <a:gd name="connsiteX4" fmla="*/ 0 w 650436"/>
                <a:gd name="connsiteY4" fmla="*/ 82 h 508688"/>
                <a:gd name="connsiteX5" fmla="*/ 0 w 650436"/>
                <a:gd name="connsiteY5" fmla="*/ 75134 h 508688"/>
                <a:gd name="connsiteX6" fmla="*/ 173293 w 650436"/>
                <a:gd name="connsiteY6" fmla="*/ 119325 h 508688"/>
                <a:gd name="connsiteX7" fmla="*/ 369861 w 650436"/>
                <a:gd name="connsiteY7" fmla="*/ 405990 h 508688"/>
                <a:gd name="connsiteX8" fmla="*/ 370889 w 650436"/>
                <a:gd name="connsiteY8" fmla="*/ 486700 h 508688"/>
                <a:gd name="connsiteX9" fmla="*/ 556656 w 650436"/>
                <a:gd name="connsiteY9" fmla="*/ 488414 h 508688"/>
                <a:gd name="connsiteX10" fmla="*/ 598018 w 650436"/>
                <a:gd name="connsiteY10" fmla="*/ 508688 h 508688"/>
                <a:gd name="connsiteX11" fmla="*/ 650396 w 650436"/>
                <a:gd name="connsiteY11" fmla="*/ 454167 h 508688"/>
                <a:gd name="connsiteX12" fmla="*/ 598404 w 650436"/>
                <a:gd name="connsiteY12" fmla="*/ 403847 h 50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436" h="508688">
                  <a:moveTo>
                    <a:pt x="598404" y="403804"/>
                  </a:moveTo>
                  <a:cubicBezTo>
                    <a:pt x="581430" y="403675"/>
                    <a:pt x="566343" y="411648"/>
                    <a:pt x="556656" y="424078"/>
                  </a:cubicBezTo>
                  <a:lnTo>
                    <a:pt x="452328" y="422663"/>
                  </a:lnTo>
                  <a:cubicBezTo>
                    <a:pt x="432183" y="208908"/>
                    <a:pt x="309425" y="103895"/>
                    <a:pt x="213713" y="51517"/>
                  </a:cubicBezTo>
                  <a:cubicBezTo>
                    <a:pt x="110714" y="-4847"/>
                    <a:pt x="4243" y="167"/>
                    <a:pt x="0" y="82"/>
                  </a:cubicBezTo>
                  <a:lnTo>
                    <a:pt x="0" y="75134"/>
                  </a:lnTo>
                  <a:cubicBezTo>
                    <a:pt x="857" y="75134"/>
                    <a:pt x="95026" y="74191"/>
                    <a:pt x="173293" y="119325"/>
                  </a:cubicBezTo>
                  <a:cubicBezTo>
                    <a:pt x="272006" y="176290"/>
                    <a:pt x="346286" y="254642"/>
                    <a:pt x="369861" y="405990"/>
                  </a:cubicBezTo>
                  <a:cubicBezTo>
                    <a:pt x="374661" y="442123"/>
                    <a:pt x="370889" y="486700"/>
                    <a:pt x="370889" y="486700"/>
                  </a:cubicBezTo>
                  <a:lnTo>
                    <a:pt x="556656" y="488414"/>
                  </a:lnTo>
                  <a:cubicBezTo>
                    <a:pt x="566257" y="500716"/>
                    <a:pt x="581173" y="508688"/>
                    <a:pt x="598018" y="508688"/>
                  </a:cubicBezTo>
                  <a:cubicBezTo>
                    <a:pt x="627679" y="508688"/>
                    <a:pt x="651553" y="484085"/>
                    <a:pt x="650396" y="454167"/>
                  </a:cubicBezTo>
                  <a:cubicBezTo>
                    <a:pt x="649324" y="426564"/>
                    <a:pt x="626050" y="404061"/>
                    <a:pt x="598404" y="403847"/>
                  </a:cubicBezTo>
                  <a:close/>
                </a:path>
              </a:pathLst>
            </a:custGeom>
            <a:grpFill/>
            <a:ln w="42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0CADB925-DB78-C811-742A-1070529B1A6A}"/>
                </a:ext>
              </a:extLst>
            </p:cNvPr>
            <p:cNvSpPr/>
            <p:nvPr/>
          </p:nvSpPr>
          <p:spPr>
            <a:xfrm>
              <a:off x="2869793" y="4414683"/>
              <a:ext cx="595446" cy="324640"/>
            </a:xfrm>
            <a:custGeom>
              <a:avLst/>
              <a:gdLst>
                <a:gd name="connsiteX0" fmla="*/ 414138 w 595446"/>
                <a:gd name="connsiteY0" fmla="*/ 129659 h 324640"/>
                <a:gd name="connsiteX1" fmla="*/ 478560 w 595446"/>
                <a:gd name="connsiteY1" fmla="*/ 194810 h 324640"/>
                <a:gd name="connsiteX2" fmla="*/ 542982 w 595446"/>
                <a:gd name="connsiteY2" fmla="*/ 129659 h 324640"/>
                <a:gd name="connsiteX3" fmla="*/ 478560 w 595446"/>
                <a:gd name="connsiteY3" fmla="*/ 64508 h 324640"/>
                <a:gd name="connsiteX4" fmla="*/ 414138 w 595446"/>
                <a:gd name="connsiteY4" fmla="*/ 129659 h 324640"/>
                <a:gd name="connsiteX5" fmla="*/ 595446 w 595446"/>
                <a:gd name="connsiteY5" fmla="*/ 317783 h 324640"/>
                <a:gd name="connsiteX6" fmla="*/ 477231 w 595446"/>
                <a:gd name="connsiteY6" fmla="*/ 194767 h 324640"/>
                <a:gd name="connsiteX7" fmla="*/ 471873 w 595446"/>
                <a:gd name="connsiteY7" fmla="*/ 194767 h 324640"/>
                <a:gd name="connsiteX8" fmla="*/ 379205 w 595446"/>
                <a:gd name="connsiteY8" fmla="*/ 324641 h 324640"/>
                <a:gd name="connsiteX9" fmla="*/ 318168 w 595446"/>
                <a:gd name="connsiteY9" fmla="*/ 132745 h 324640"/>
                <a:gd name="connsiteX10" fmla="*/ 295794 w 595446"/>
                <a:gd name="connsiteY10" fmla="*/ 130302 h 324640"/>
                <a:gd name="connsiteX11" fmla="*/ 360217 w 595446"/>
                <a:gd name="connsiteY11" fmla="*/ 65151 h 324640"/>
                <a:gd name="connsiteX12" fmla="*/ 295794 w 595446"/>
                <a:gd name="connsiteY12" fmla="*/ 130302 h 324640"/>
                <a:gd name="connsiteX13" fmla="*/ 231372 w 595446"/>
                <a:gd name="connsiteY13" fmla="*/ 65151 h 324640"/>
                <a:gd name="connsiteX14" fmla="*/ 295794 w 595446"/>
                <a:gd name="connsiteY14" fmla="*/ 0 h 324640"/>
                <a:gd name="connsiteX15" fmla="*/ 360217 w 595446"/>
                <a:gd name="connsiteY15" fmla="*/ 65151 h 324640"/>
                <a:gd name="connsiteX16" fmla="*/ 181308 w 595446"/>
                <a:gd name="connsiteY16" fmla="*/ 129659 h 324640"/>
                <a:gd name="connsiteX17" fmla="*/ 116886 w 595446"/>
                <a:gd name="connsiteY17" fmla="*/ 194810 h 324640"/>
                <a:gd name="connsiteX18" fmla="*/ 52464 w 595446"/>
                <a:gd name="connsiteY18" fmla="*/ 129659 h 324640"/>
                <a:gd name="connsiteX19" fmla="*/ 116886 w 595446"/>
                <a:gd name="connsiteY19" fmla="*/ 64508 h 324640"/>
                <a:gd name="connsiteX20" fmla="*/ 181308 w 595446"/>
                <a:gd name="connsiteY20" fmla="*/ 129659 h 324640"/>
                <a:gd name="connsiteX21" fmla="*/ 0 w 595446"/>
                <a:gd name="connsiteY21" fmla="*/ 317783 h 324640"/>
                <a:gd name="connsiteX22" fmla="*/ 118215 w 595446"/>
                <a:gd name="connsiteY22" fmla="*/ 194767 h 324640"/>
                <a:gd name="connsiteX23" fmla="*/ 123573 w 595446"/>
                <a:gd name="connsiteY23" fmla="*/ 194767 h 324640"/>
                <a:gd name="connsiteX24" fmla="*/ 216241 w 595446"/>
                <a:gd name="connsiteY24" fmla="*/ 324641 h 324640"/>
                <a:gd name="connsiteX25" fmla="*/ 277278 w 595446"/>
                <a:gd name="connsiteY25" fmla="*/ 132745 h 324640"/>
                <a:gd name="connsiteX26" fmla="*/ 299652 w 595446"/>
                <a:gd name="connsiteY26" fmla="*/ 130302 h 3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95446" h="324640">
                  <a:moveTo>
                    <a:pt x="414138" y="129659"/>
                  </a:moveTo>
                  <a:cubicBezTo>
                    <a:pt x="414138" y="165664"/>
                    <a:pt x="442984" y="194810"/>
                    <a:pt x="478560" y="194810"/>
                  </a:cubicBezTo>
                  <a:cubicBezTo>
                    <a:pt x="514136" y="194810"/>
                    <a:pt x="542982" y="165621"/>
                    <a:pt x="542982" y="129659"/>
                  </a:cubicBezTo>
                  <a:cubicBezTo>
                    <a:pt x="542982" y="93697"/>
                    <a:pt x="514136" y="64508"/>
                    <a:pt x="478560" y="64508"/>
                  </a:cubicBezTo>
                  <a:cubicBezTo>
                    <a:pt x="442984" y="64508"/>
                    <a:pt x="414138" y="93697"/>
                    <a:pt x="414138" y="129659"/>
                  </a:cubicBezTo>
                  <a:close/>
                  <a:moveTo>
                    <a:pt x="595446" y="317783"/>
                  </a:moveTo>
                  <a:cubicBezTo>
                    <a:pt x="595446" y="240544"/>
                    <a:pt x="553912" y="201625"/>
                    <a:pt x="477231" y="194767"/>
                  </a:cubicBezTo>
                  <a:lnTo>
                    <a:pt x="471873" y="194767"/>
                  </a:lnTo>
                  <a:cubicBezTo>
                    <a:pt x="374961" y="204540"/>
                    <a:pt x="324298" y="324641"/>
                    <a:pt x="379205" y="324641"/>
                  </a:cubicBezTo>
                  <a:cubicBezTo>
                    <a:pt x="431111" y="324641"/>
                    <a:pt x="426439" y="145733"/>
                    <a:pt x="318168" y="132745"/>
                  </a:cubicBezTo>
                  <a:lnTo>
                    <a:pt x="295794" y="130302"/>
                  </a:lnTo>
                  <a:moveTo>
                    <a:pt x="360217" y="65151"/>
                  </a:moveTo>
                  <a:cubicBezTo>
                    <a:pt x="360217" y="101156"/>
                    <a:pt x="331370" y="130302"/>
                    <a:pt x="295794" y="130302"/>
                  </a:cubicBezTo>
                  <a:cubicBezTo>
                    <a:pt x="260218" y="130302"/>
                    <a:pt x="231372" y="101156"/>
                    <a:pt x="231372" y="65151"/>
                  </a:cubicBezTo>
                  <a:cubicBezTo>
                    <a:pt x="231372" y="29147"/>
                    <a:pt x="260218" y="0"/>
                    <a:pt x="295794" y="0"/>
                  </a:cubicBezTo>
                  <a:cubicBezTo>
                    <a:pt x="331370" y="0"/>
                    <a:pt x="360217" y="29189"/>
                    <a:pt x="360217" y="65151"/>
                  </a:cubicBezTo>
                  <a:close/>
                  <a:moveTo>
                    <a:pt x="181308" y="129659"/>
                  </a:moveTo>
                  <a:cubicBezTo>
                    <a:pt x="181308" y="165664"/>
                    <a:pt x="152462" y="194810"/>
                    <a:pt x="116886" y="194810"/>
                  </a:cubicBezTo>
                  <a:cubicBezTo>
                    <a:pt x="81310" y="194810"/>
                    <a:pt x="52464" y="165621"/>
                    <a:pt x="52464" y="129659"/>
                  </a:cubicBezTo>
                  <a:cubicBezTo>
                    <a:pt x="52464" y="93697"/>
                    <a:pt x="81310" y="64508"/>
                    <a:pt x="116886" y="64508"/>
                  </a:cubicBezTo>
                  <a:cubicBezTo>
                    <a:pt x="152462" y="64508"/>
                    <a:pt x="181308" y="93697"/>
                    <a:pt x="181308" y="129659"/>
                  </a:cubicBezTo>
                  <a:close/>
                  <a:moveTo>
                    <a:pt x="0" y="317783"/>
                  </a:moveTo>
                  <a:cubicBezTo>
                    <a:pt x="0" y="240544"/>
                    <a:pt x="41534" y="201625"/>
                    <a:pt x="118215" y="194767"/>
                  </a:cubicBezTo>
                  <a:lnTo>
                    <a:pt x="123573" y="194767"/>
                  </a:lnTo>
                  <a:cubicBezTo>
                    <a:pt x="220485" y="204540"/>
                    <a:pt x="271148" y="324641"/>
                    <a:pt x="216241" y="324641"/>
                  </a:cubicBezTo>
                  <a:cubicBezTo>
                    <a:pt x="164335" y="324641"/>
                    <a:pt x="169007" y="145733"/>
                    <a:pt x="277278" y="132745"/>
                  </a:cubicBezTo>
                  <a:lnTo>
                    <a:pt x="299652" y="130302"/>
                  </a:lnTo>
                </a:path>
              </a:pathLst>
            </a:custGeom>
            <a:grpFill/>
            <a:ln w="17069" cap="flat">
              <a:solidFill>
                <a:schemeClr val="tx2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F1FAB3B-583C-84CD-12A8-CD83EBE0E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9D2E91EB-5AB5-41C6-51CC-5F3DF9FAE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92914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_Couverture">
    <p:bg>
      <p:bgPr>
        <a:solidFill>
          <a:srgbClr val="620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67D1BFCA-8B18-425F-C60C-E937E1BB5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293" t="1" r="5001" b="17718"/>
          <a:stretch/>
        </p:blipFill>
        <p:spPr>
          <a:xfrm>
            <a:off x="2804526" y="4426926"/>
            <a:ext cx="2981649" cy="2431074"/>
          </a:xfrm>
          <a:prstGeom prst="rect">
            <a:avLst/>
          </a:prstGeom>
        </p:spPr>
      </p:pic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39440EBF-6E90-7AF1-EE09-6564F2949B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206" y="490425"/>
            <a:ext cx="6096794" cy="587715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03379" y="2091171"/>
            <a:ext cx="4982795" cy="1930974"/>
          </a:xfrm>
        </p:spPr>
        <p:txBody>
          <a:bodyPr lIns="0" tIns="72000" bIns="72000" anchor="ctr" anchorCtr="0">
            <a:normAutofit/>
          </a:bodyPr>
          <a:lstStyle>
            <a:lvl1pPr>
              <a:defRPr sz="4399" b="1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03379" y="4022145"/>
            <a:ext cx="4982795" cy="562108"/>
          </a:xfrm>
          <a:prstGeom prst="rect">
            <a:avLst/>
          </a:prstGeom>
          <a:noFill/>
        </p:spPr>
        <p:txBody>
          <a:bodyPr lIns="0" tIns="108000" rIns="0" bIns="144000" anchor="t" anchorCtr="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Untertitel</a:t>
            </a:r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4A0B90-24EB-33E0-8D85-470A280297C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379" y="697583"/>
            <a:ext cx="1811036" cy="105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07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Cha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70">
          <p15:clr>
            <a:srgbClr val="FBAE40"/>
          </p15:clr>
        </p15:guide>
        <p15:guide id="3" orient="horz" pos="2796">
          <p15:clr>
            <a:srgbClr val="FBAE40"/>
          </p15:clr>
        </p15:guide>
        <p15:guide id="4" pos="506">
          <p15:clr>
            <a:srgbClr val="FBAE40"/>
          </p15:clr>
        </p15:guide>
        <p15:guide id="5" pos="726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navia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22D11902-FD5F-914E-A490-642BC1B54806}"/>
              </a:ext>
            </a:extLst>
          </p:cNvPr>
          <p:cNvGrpSpPr/>
          <p:nvPr userDrawn="1"/>
        </p:nvGrpSpPr>
        <p:grpSpPr>
          <a:xfrm>
            <a:off x="-1" y="-15236"/>
            <a:ext cx="12214868" cy="6873235"/>
            <a:chOff x="-1" y="-15240"/>
            <a:chExt cx="12213278" cy="687482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7613B49-8D28-C304-C90E-0F88193B2E0B}"/>
                </a:ext>
              </a:extLst>
            </p:cNvPr>
            <p:cNvSpPr/>
            <p:nvPr userDrawn="1"/>
          </p:nvSpPr>
          <p:spPr>
            <a:xfrm>
              <a:off x="6111277" y="6968"/>
              <a:ext cx="6102000" cy="6852619"/>
            </a:xfrm>
            <a:prstGeom prst="rect">
              <a:avLst/>
            </a:prstGeom>
            <a:solidFill>
              <a:srgbClr val="F9CBD2"/>
            </a:solidFill>
            <a:ln w="12700">
              <a:solidFill>
                <a:srgbClr val="F9CBD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  <p:pic>
          <p:nvPicPr>
            <p:cNvPr id="10" name="Graphique 9">
              <a:extLst>
                <a:ext uri="{FF2B5EF4-FFF2-40B4-BE49-F238E27FC236}">
                  <a16:creationId xmlns:a16="http://schemas.microsoft.com/office/drawing/2014/main" id="{10178A9E-B788-E036-6BAF-49E8CB01FE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50273"/>
            <a:stretch/>
          </p:blipFill>
          <p:spPr>
            <a:xfrm>
              <a:off x="5388094" y="-15240"/>
              <a:ext cx="4298156" cy="175937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929594-26B9-5175-2E71-8E42FBF36229}"/>
                </a:ext>
              </a:extLst>
            </p:cNvPr>
            <p:cNvSpPr/>
            <p:nvPr userDrawn="1"/>
          </p:nvSpPr>
          <p:spPr>
            <a:xfrm>
              <a:off x="-1" y="-1"/>
              <a:ext cx="6111277" cy="443589"/>
            </a:xfrm>
            <a:prstGeom prst="rect">
              <a:avLst/>
            </a:prstGeom>
            <a:solidFill>
              <a:srgbClr val="F9CB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 dirty="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75774F7-E59D-F964-54D0-1392E8E51AF2}"/>
              </a:ext>
            </a:extLst>
          </p:cNvPr>
          <p:cNvSpPr/>
          <p:nvPr userDrawn="1"/>
        </p:nvSpPr>
        <p:spPr>
          <a:xfrm>
            <a:off x="1111937" y="3101637"/>
            <a:ext cx="920328" cy="3185375"/>
          </a:xfrm>
          <a:prstGeom prst="rect">
            <a:avLst/>
          </a:prstGeom>
          <a:solidFill>
            <a:srgbClr val="62003B"/>
          </a:solidFill>
          <a:ln>
            <a:solidFill>
              <a:srgbClr val="6200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54F3FA-2FDE-4D5D-B619-12EBDF948091}" type="slidenum">
              <a:rPr lang="fr-FR"/>
              <a:pPr>
                <a:defRPr/>
              </a:pPr>
              <a:t>‹Nr.›</a:t>
            </a:fld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933E30-11CE-2996-037F-3E13943374C9}"/>
              </a:ext>
            </a:extLst>
          </p:cNvPr>
          <p:cNvSpPr/>
          <p:nvPr userDrawn="1"/>
        </p:nvSpPr>
        <p:spPr>
          <a:xfrm>
            <a:off x="587452" y="637297"/>
            <a:ext cx="3361219" cy="1844823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de-DE" sz="3599" b="1" kern="0" spc="0" baseline="0" noProof="0" dirty="0">
                <a:solidFill>
                  <a:schemeClr val="tx1"/>
                </a:solidFill>
                <a:latin typeface="+mj-lt"/>
              </a:rPr>
              <a:t>Interaktives Dokument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67E52B2F-129C-CC7D-C2A0-A4160A836131}"/>
              </a:ext>
            </a:extLst>
          </p:cNvPr>
          <p:cNvSpPr/>
          <p:nvPr userDrawn="1"/>
        </p:nvSpPr>
        <p:spPr>
          <a:xfrm>
            <a:off x="1367098" y="5641685"/>
            <a:ext cx="430843" cy="451514"/>
          </a:xfrm>
          <a:custGeom>
            <a:avLst/>
            <a:gdLst>
              <a:gd name="connsiteX0" fmla="*/ 77841 w 759772"/>
              <a:gd name="connsiteY0" fmla="*/ 346474 h 796513"/>
              <a:gd name="connsiteX1" fmla="*/ 32596 w 759772"/>
              <a:gd name="connsiteY1" fmla="*/ 185465 h 796513"/>
              <a:gd name="connsiteX2" fmla="*/ 156919 w 759772"/>
              <a:gd name="connsiteY2" fmla="*/ 149595 h 796513"/>
              <a:gd name="connsiteX3" fmla="*/ 256377 w 759772"/>
              <a:gd name="connsiteY3" fmla="*/ 69702 h 796513"/>
              <a:gd name="connsiteX4" fmla="*/ 379070 w 759772"/>
              <a:gd name="connsiteY4" fmla="*/ 0 h 796513"/>
              <a:gd name="connsiteX5" fmla="*/ 485050 w 759772"/>
              <a:gd name="connsiteY5" fmla="*/ 101904 h 796513"/>
              <a:gd name="connsiteX6" fmla="*/ 571465 w 759772"/>
              <a:gd name="connsiteY6" fmla="*/ 142666 h 796513"/>
              <a:gd name="connsiteX7" fmla="*/ 732473 w 759772"/>
              <a:gd name="connsiteY7" fmla="*/ 201770 h 796513"/>
              <a:gd name="connsiteX8" fmla="*/ 707201 w 759772"/>
              <a:gd name="connsiteY8" fmla="*/ 346881 h 796513"/>
              <a:gd name="connsiteX9" fmla="*/ 695788 w 759772"/>
              <a:gd name="connsiteY9" fmla="*/ 452046 h 796513"/>
              <a:gd name="connsiteX10" fmla="*/ 719837 w 759772"/>
              <a:gd name="connsiteY10" fmla="*/ 586560 h 796513"/>
              <a:gd name="connsiteX11" fmla="*/ 590215 w 759772"/>
              <a:gd name="connsiteY11" fmla="*/ 646887 h 796513"/>
              <a:gd name="connsiteX12" fmla="*/ 510322 w 759772"/>
              <a:gd name="connsiteY12" fmla="*/ 711698 h 796513"/>
              <a:gd name="connsiteX13" fmla="*/ 375401 w 759772"/>
              <a:gd name="connsiteY13" fmla="*/ 796482 h 796513"/>
              <a:gd name="connsiteX14" fmla="*/ 279612 w 759772"/>
              <a:gd name="connsiteY14" fmla="*/ 692540 h 796513"/>
              <a:gd name="connsiteX15" fmla="*/ 190344 w 759772"/>
              <a:gd name="connsiteY15" fmla="*/ 646887 h 796513"/>
              <a:gd name="connsiteX16" fmla="*/ 59499 w 759772"/>
              <a:gd name="connsiteY16" fmla="*/ 635474 h 796513"/>
              <a:gd name="connsiteX17" fmla="*/ 260861 w 759772"/>
              <a:gd name="connsiteY17" fmla="*/ 466313 h 796513"/>
              <a:gd name="connsiteX18" fmla="*/ 515621 w 759772"/>
              <a:gd name="connsiteY18" fmla="*/ 458161 h 796513"/>
              <a:gd name="connsiteX19" fmla="*/ 374994 w 759772"/>
              <a:gd name="connsiteY19" fmla="*/ 237640 h 796513"/>
              <a:gd name="connsiteX20" fmla="*/ 452441 w 759772"/>
              <a:gd name="connsiteY20" fmla="*/ 390089 h 79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9772" h="796513">
                <a:moveTo>
                  <a:pt x="77841" y="346474"/>
                </a:moveTo>
                <a:cubicBezTo>
                  <a:pt x="-32215" y="302451"/>
                  <a:pt x="-4089" y="259244"/>
                  <a:pt x="32596" y="185465"/>
                </a:cubicBezTo>
                <a:cubicBezTo>
                  <a:pt x="52162" y="146334"/>
                  <a:pt x="62352" y="104350"/>
                  <a:pt x="156919" y="149595"/>
                </a:cubicBezTo>
                <a:cubicBezTo>
                  <a:pt x="219692" y="179759"/>
                  <a:pt x="259231" y="137367"/>
                  <a:pt x="256377" y="69702"/>
                </a:cubicBezTo>
                <a:cubicBezTo>
                  <a:pt x="253932" y="8560"/>
                  <a:pt x="271459" y="0"/>
                  <a:pt x="379070" y="0"/>
                </a:cubicBezTo>
                <a:cubicBezTo>
                  <a:pt x="486681" y="0"/>
                  <a:pt x="489126" y="13044"/>
                  <a:pt x="485050" y="101904"/>
                </a:cubicBezTo>
                <a:cubicBezTo>
                  <a:pt x="483012" y="145927"/>
                  <a:pt x="528257" y="156525"/>
                  <a:pt x="571465" y="142666"/>
                </a:cubicBezTo>
                <a:cubicBezTo>
                  <a:pt x="646059" y="118209"/>
                  <a:pt x="688451" y="86822"/>
                  <a:pt x="732473" y="201770"/>
                </a:cubicBezTo>
                <a:cubicBezTo>
                  <a:pt x="776496" y="316718"/>
                  <a:pt x="766713" y="322017"/>
                  <a:pt x="707201" y="346881"/>
                </a:cubicBezTo>
                <a:cubicBezTo>
                  <a:pt x="655434" y="368485"/>
                  <a:pt x="655026" y="425959"/>
                  <a:pt x="695788" y="452046"/>
                </a:cubicBezTo>
                <a:cubicBezTo>
                  <a:pt x="750408" y="487101"/>
                  <a:pt x="783833" y="517265"/>
                  <a:pt x="719837" y="586560"/>
                </a:cubicBezTo>
                <a:cubicBezTo>
                  <a:pt x="648504" y="663599"/>
                  <a:pt x="640352" y="686833"/>
                  <a:pt x="590215" y="646887"/>
                </a:cubicBezTo>
                <a:cubicBezTo>
                  <a:pt x="512768" y="585337"/>
                  <a:pt x="509915" y="670936"/>
                  <a:pt x="510322" y="711698"/>
                </a:cubicBezTo>
                <a:cubicBezTo>
                  <a:pt x="511545" y="793629"/>
                  <a:pt x="472414" y="794444"/>
                  <a:pt x="375401" y="796482"/>
                </a:cubicBezTo>
                <a:cubicBezTo>
                  <a:pt x="279612" y="798113"/>
                  <a:pt x="273905" y="736563"/>
                  <a:pt x="279612" y="692540"/>
                </a:cubicBezTo>
                <a:cubicBezTo>
                  <a:pt x="285318" y="648517"/>
                  <a:pt x="240073" y="624876"/>
                  <a:pt x="190344" y="646887"/>
                </a:cubicBezTo>
                <a:cubicBezTo>
                  <a:pt x="120234" y="678273"/>
                  <a:pt x="100260" y="690910"/>
                  <a:pt x="59499" y="635474"/>
                </a:cubicBezTo>
                <a:cubicBezTo>
                  <a:pt x="-52596" y="482210"/>
                  <a:pt x="151620" y="294707"/>
                  <a:pt x="260861" y="466313"/>
                </a:cubicBezTo>
                <a:cubicBezTo>
                  <a:pt x="348906" y="604495"/>
                  <a:pt x="489941" y="542130"/>
                  <a:pt x="515621" y="458161"/>
                </a:cubicBezTo>
                <a:cubicBezTo>
                  <a:pt x="558421" y="344843"/>
                  <a:pt x="505023" y="204623"/>
                  <a:pt x="374994" y="237640"/>
                </a:cubicBezTo>
                <a:cubicBezTo>
                  <a:pt x="231920" y="273918"/>
                  <a:pt x="270644" y="492808"/>
                  <a:pt x="452441" y="390089"/>
                </a:cubicBezTo>
              </a:path>
            </a:pathLst>
          </a:custGeom>
          <a:noFill/>
          <a:ln w="15875" cap="flat">
            <a:solidFill>
              <a:srgbClr val="F9CBD2"/>
            </a:solidFill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graphicFrame>
        <p:nvGraphicFramePr>
          <p:cNvPr id="2" name="Tableau 16">
            <a:extLst>
              <a:ext uri="{FF2B5EF4-FFF2-40B4-BE49-F238E27FC236}">
                <a16:creationId xmlns:a16="http://schemas.microsoft.com/office/drawing/2014/main" id="{236ED79F-211D-0A8F-3510-AAC13A2036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08651110"/>
              </p:ext>
            </p:extLst>
          </p:nvPr>
        </p:nvGraphicFramePr>
        <p:xfrm>
          <a:off x="1133096" y="1942496"/>
          <a:ext cx="10863958" cy="44300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31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1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0644">
                <a:tc gridSpan="2">
                  <a:txBody>
                    <a:bodyPr/>
                    <a:lstStyle/>
                    <a:p>
                      <a:pPr marL="0" lvl="0" indent="0" fontAlgn="base">
                        <a:lnSpc>
                          <a:spcPts val="22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Font typeface="Arial" pitchFamily="34" charset="0"/>
                        <a:buNone/>
                      </a:pPr>
                      <a:r>
                        <a:rPr lang="de-DE" sz="20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Sie können ausgehend von der Agenda-Folie nach Belieben durch diesen Inhalt navigieren.</a:t>
                      </a:r>
                      <a:endParaRPr lang="fr-FR" sz="1400" i="1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36005" marR="0" marT="0" marB="46789" horzOverflow="overflow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lvl="0" indent="0" fontAlgn="base">
                        <a:lnSpc>
                          <a:spcPts val="22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Font typeface="Arial" pitchFamily="34" charset="0"/>
                        <a:buNone/>
                      </a:pPr>
                      <a:r>
                        <a:rPr lang="fr-FR" sz="1500" dirty="0"/>
                        <a:t>Vous pouvez </a:t>
                      </a:r>
                      <a:r>
                        <a:rPr lang="fr-FR" sz="1500" b="1" dirty="0">
                          <a:solidFill>
                            <a:schemeClr val="tx1"/>
                          </a:solidFill>
                        </a:rPr>
                        <a:t>naviguer</a:t>
                      </a:r>
                      <a:r>
                        <a:rPr lang="fr-FR" sz="1500" dirty="0">
                          <a:solidFill>
                            <a:schemeClr val="tx1"/>
                          </a:solidFill>
                        </a:rPr>
                        <a:t>  </a:t>
                      </a:r>
                      <a:br>
                        <a:rPr lang="fr-FR" sz="15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500" dirty="0"/>
                        <a:t>à votre guise dans ce contenu à partir de la page sommaire </a:t>
                      </a:r>
                      <a:br>
                        <a:rPr lang="fr-FR" sz="1500" dirty="0"/>
                      </a:br>
                      <a:r>
                        <a:rPr lang="fr-FR" sz="1500" i="1" dirty="0"/>
                        <a:t>(page suivante).</a:t>
                      </a:r>
                    </a:p>
                  </a:txBody>
                  <a:tcPr marL="90000" marR="0" marT="0" marB="468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0" fontAlgn="base">
                        <a:lnSpc>
                          <a:spcPts val="22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Font typeface="Arial" pitchFamily="34" charset="0"/>
                        <a:buNone/>
                      </a:pP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4042" marR="0" marT="0" marB="46789" horzOverflow="overflow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467"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5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Vorherige, nächste Seite</a:t>
                      </a:r>
                      <a:endParaRPr kumimoji="0" lang="de-DE" sz="1500" b="0" i="1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2" marR="91452" marT="45709" marB="4570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435100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5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2" marR="91452" marT="45709" marB="4570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467"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5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Zurück zum Kapitelanfang</a:t>
                      </a:r>
                      <a:endParaRPr kumimoji="0" lang="de-DE" sz="1500" b="0" i="1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435100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5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467"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5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Zurück zur Agenda</a:t>
                      </a:r>
                      <a:endParaRPr kumimoji="0" lang="de-DE" sz="1500" b="0" i="1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435100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5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7975"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Link zu einer anderen Seite</a:t>
                      </a:r>
                      <a:endParaRPr kumimoji="0" lang="fr-F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435100" marR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5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0012" marR="0" marT="0" marB="467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13227"/>
                  </a:ext>
                </a:extLst>
              </a:tr>
            </a:tbl>
          </a:graphicData>
        </a:graphic>
      </p:graphicFrame>
      <p:pic>
        <p:nvPicPr>
          <p:cNvPr id="40" name="Graphique 39">
            <a:extLst>
              <a:ext uri="{FF2B5EF4-FFF2-40B4-BE49-F238E27FC236}">
                <a16:creationId xmlns:a16="http://schemas.microsoft.com/office/drawing/2014/main" id="{DCBA1F9B-7546-1958-E4CE-7F3717AC40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8936" y="4828751"/>
            <a:ext cx="459387" cy="469540"/>
          </a:xfrm>
          <a:prstGeom prst="rect">
            <a:avLst/>
          </a:prstGeom>
        </p:spPr>
      </p:pic>
      <p:pic>
        <p:nvPicPr>
          <p:cNvPr id="42" name="Graphique 41">
            <a:extLst>
              <a:ext uri="{FF2B5EF4-FFF2-40B4-BE49-F238E27FC236}">
                <a16:creationId xmlns:a16="http://schemas.microsoft.com/office/drawing/2014/main" id="{6742FC37-546A-DFC6-7EEF-883448C2F66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0700" y="4080082"/>
            <a:ext cx="292390" cy="422188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C294EFC7-75D2-A1D7-2C8D-6C19A13D0BE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8281" y="3342899"/>
            <a:ext cx="677229" cy="41070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4C68E8E-4303-FCD3-1475-4A8F8579A85E}"/>
              </a:ext>
            </a:extLst>
          </p:cNvPr>
          <p:cNvSpPr txBox="1"/>
          <p:nvPr userDrawn="1"/>
        </p:nvSpPr>
        <p:spPr>
          <a:xfrm>
            <a:off x="1017242" y="6423522"/>
            <a:ext cx="61098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chemeClr val="tx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Gender Disclaimer</a:t>
            </a:r>
            <a:endParaRPr lang="de-DE" sz="1600" dirty="0">
              <a:solidFill>
                <a:schemeClr val="tx1"/>
              </a:solidFill>
            </a:endParaRPr>
          </a:p>
          <a:p>
            <a:endParaRPr lang="de-DE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743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Cha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021">
          <p15:clr>
            <a:srgbClr val="FBAE40"/>
          </p15:clr>
        </p15:guide>
        <p15:guide id="3" pos="392">
          <p15:clr>
            <a:srgbClr val="FBAE40"/>
          </p15:clr>
        </p15:guide>
        <p15:guide id="4" pos="2501">
          <p15:clr>
            <a:srgbClr val="FBAE40"/>
          </p15:clr>
        </p15:guide>
        <p15:guide id="5" pos="749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ègles de v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610A4108-223A-9C0E-C015-B6919265A80D}"/>
              </a:ext>
            </a:extLst>
          </p:cNvPr>
          <p:cNvGrpSpPr/>
          <p:nvPr userDrawn="1"/>
        </p:nvGrpSpPr>
        <p:grpSpPr>
          <a:xfrm>
            <a:off x="1779" y="-3143"/>
            <a:ext cx="12190222" cy="6851619"/>
            <a:chOff x="1779" y="-3144"/>
            <a:chExt cx="12188635" cy="685320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E4F029-F7A7-6CA9-E86D-0B16D0B6DADF}"/>
                </a:ext>
              </a:extLst>
            </p:cNvPr>
            <p:cNvSpPr/>
            <p:nvPr userDrawn="1"/>
          </p:nvSpPr>
          <p:spPr>
            <a:xfrm>
              <a:off x="4768098" y="-3144"/>
              <a:ext cx="7422316" cy="514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9A2B5E92-C418-B09A-724F-62088A1836A7}"/>
                </a:ext>
              </a:extLst>
            </p:cNvPr>
            <p:cNvGrpSpPr/>
            <p:nvPr userDrawn="1"/>
          </p:nvGrpSpPr>
          <p:grpSpPr>
            <a:xfrm>
              <a:off x="1779" y="0"/>
              <a:ext cx="11665591" cy="6850062"/>
              <a:chOff x="1779" y="0"/>
              <a:chExt cx="11665591" cy="6850062"/>
            </a:xfrm>
          </p:grpSpPr>
          <p:pic>
            <p:nvPicPr>
              <p:cNvPr id="14" name="Graphique 13">
                <a:extLst>
                  <a:ext uri="{FF2B5EF4-FFF2-40B4-BE49-F238E27FC236}">
                    <a16:creationId xmlns:a16="http://schemas.microsoft.com/office/drawing/2014/main" id="{1ECE39FC-DE72-6149-35BE-DCE92E18DF6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20337137" flipV="1">
                <a:off x="1846714" y="878427"/>
                <a:ext cx="9820656" cy="5093208"/>
              </a:xfrm>
              <a:prstGeom prst="rect">
                <a:avLst/>
              </a:prstGeom>
            </p:spPr>
          </p:pic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0A370DF-1B65-0A6A-98AC-4237ADCD551D}"/>
                  </a:ext>
                </a:extLst>
              </p:cNvPr>
              <p:cNvSpPr/>
              <p:nvPr/>
            </p:nvSpPr>
            <p:spPr>
              <a:xfrm>
                <a:off x="1779" y="0"/>
                <a:ext cx="4773813" cy="6850062"/>
              </a:xfrm>
              <a:prstGeom prst="rect">
                <a:avLst/>
              </a:prstGeom>
              <a:solidFill>
                <a:srgbClr val="62003B"/>
              </a:solidFill>
              <a:ln>
                <a:solidFill>
                  <a:srgbClr val="46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AF2C8B20-D3B5-F4A7-35D8-1F5C78A5134C}"/>
              </a:ext>
            </a:extLst>
          </p:cNvPr>
          <p:cNvGrpSpPr/>
          <p:nvPr userDrawn="1"/>
        </p:nvGrpSpPr>
        <p:grpSpPr>
          <a:xfrm>
            <a:off x="4972988" y="1675843"/>
            <a:ext cx="7025134" cy="4095906"/>
            <a:chOff x="4972340" y="1676231"/>
            <a:chExt cx="7024220" cy="4096854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FBDE1867-B446-C79C-0501-78C38E8CB003}"/>
                </a:ext>
              </a:extLst>
            </p:cNvPr>
            <p:cNvGrpSpPr/>
            <p:nvPr/>
          </p:nvGrpSpPr>
          <p:grpSpPr>
            <a:xfrm>
              <a:off x="5515042" y="5060694"/>
              <a:ext cx="2230914" cy="712391"/>
              <a:chOff x="5286931" y="5369859"/>
              <a:chExt cx="2230914" cy="712391"/>
            </a:xfrm>
          </p:grpSpPr>
          <p:sp>
            <p:nvSpPr>
              <p:cNvPr id="34" name="Bulle ronde 7">
                <a:extLst>
                  <a:ext uri="{FF2B5EF4-FFF2-40B4-BE49-F238E27FC236}">
                    <a16:creationId xmlns:a16="http://schemas.microsoft.com/office/drawing/2014/main" id="{FD80ECB1-1A4D-2658-5D0E-E263B8219574}"/>
                  </a:ext>
                </a:extLst>
              </p:cNvPr>
              <p:cNvSpPr/>
              <p:nvPr/>
            </p:nvSpPr>
            <p:spPr bwMode="auto">
              <a:xfrm>
                <a:off x="5286931" y="5371698"/>
                <a:ext cx="2230914" cy="71055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144000" tIns="108000" rIns="0" bIns="108000" spcCol="1270" anchor="ctr">
                <a:spAutoFit/>
              </a:bodyPr>
              <a:lstStyle/>
              <a:p>
                <a:pPr defTabSz="725608">
                  <a:spcAft>
                    <a:spcPts val="0"/>
                  </a:spcAft>
                  <a:defRPr/>
                </a:pPr>
                <a:r>
                  <a:rPr lang="de-DE" sz="1600" noProof="0" dirty="0">
                    <a:solidFill>
                      <a:srgbClr val="62003B"/>
                    </a:solidFill>
                  </a:rPr>
                  <a:t>Gegenseitiger Respekt</a:t>
                </a:r>
              </a:p>
              <a:p>
                <a:pPr defTabSz="725608">
                  <a:spcAft>
                    <a:spcPts val="0"/>
                  </a:spcAft>
                  <a:defRPr/>
                </a:pPr>
                <a:r>
                  <a:rPr lang="de-DE" sz="1600" noProof="0" dirty="0">
                    <a:solidFill>
                      <a:srgbClr val="62003B"/>
                    </a:solidFill>
                  </a:rPr>
                  <a:t>Vertraulichkeit</a:t>
                </a:r>
              </a:p>
            </p:txBody>
          </p:sp>
          <p:cxnSp>
            <p:nvCxnSpPr>
              <p:cNvPr id="35" name="Connecteur droit 34">
                <a:extLst>
                  <a:ext uri="{FF2B5EF4-FFF2-40B4-BE49-F238E27FC236}">
                    <a16:creationId xmlns:a16="http://schemas.microsoft.com/office/drawing/2014/main" id="{E89A16C5-0446-8F9B-C125-3F5DDAFE935A}"/>
                  </a:ext>
                </a:extLst>
              </p:cNvPr>
              <p:cNvCxnSpPr/>
              <p:nvPr/>
            </p:nvCxnSpPr>
            <p:spPr>
              <a:xfrm>
                <a:off x="5358187" y="5369859"/>
                <a:ext cx="0" cy="681317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Bulle ronde 7">
              <a:extLst>
                <a:ext uri="{FF2B5EF4-FFF2-40B4-BE49-F238E27FC236}">
                  <a16:creationId xmlns:a16="http://schemas.microsoft.com/office/drawing/2014/main" id="{418BA760-5DD6-A751-C0DC-78A31D28D5BF}"/>
                </a:ext>
              </a:extLst>
            </p:cNvPr>
            <p:cNvSpPr/>
            <p:nvPr/>
          </p:nvSpPr>
          <p:spPr bwMode="auto">
            <a:xfrm>
              <a:off x="6911494" y="1676231"/>
              <a:ext cx="1378583" cy="5370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wrap="none" lIns="0" tIns="144000" rIns="0" bIns="144000" spcCol="1270" anchor="ctr">
              <a:spAutoFit/>
            </a:bodyPr>
            <a:lstStyle/>
            <a:p>
              <a:pPr defTabSz="725608">
                <a:spcAft>
                  <a:spcPts val="0"/>
                </a:spcAft>
                <a:defRPr/>
              </a:pPr>
              <a:r>
                <a:rPr lang="de-DE" sz="1600" noProof="0" dirty="0">
                  <a:solidFill>
                    <a:srgbClr val="62003B"/>
                  </a:solidFill>
                </a:rPr>
                <a:t>Dokumentation</a:t>
              </a: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3FE427EF-3089-DB34-DF90-9F53E65CC948}"/>
                </a:ext>
              </a:extLst>
            </p:cNvPr>
            <p:cNvCxnSpPr>
              <a:cxnSpLocks/>
            </p:cNvCxnSpPr>
            <p:nvPr/>
          </p:nvCxnSpPr>
          <p:spPr>
            <a:xfrm>
              <a:off x="6911494" y="1757820"/>
              <a:ext cx="1378583" cy="0"/>
            </a:xfrm>
            <a:prstGeom prst="line">
              <a:avLst/>
            </a:prstGeom>
            <a:ln>
              <a:solidFill>
                <a:srgbClr val="6200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58BFE1F6-B460-EDBB-C2C0-29C477B0AC57}"/>
                </a:ext>
              </a:extLst>
            </p:cNvPr>
            <p:cNvCxnSpPr>
              <a:cxnSpLocks/>
            </p:cNvCxnSpPr>
            <p:nvPr/>
          </p:nvCxnSpPr>
          <p:spPr>
            <a:xfrm>
              <a:off x="6911494" y="2118882"/>
              <a:ext cx="1378583" cy="0"/>
            </a:xfrm>
            <a:prstGeom prst="line">
              <a:avLst/>
            </a:prstGeom>
            <a:ln>
              <a:solidFill>
                <a:srgbClr val="6200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6CAAEF17-5B5E-0206-5198-F95FBE760279}"/>
                </a:ext>
              </a:extLst>
            </p:cNvPr>
            <p:cNvGrpSpPr/>
            <p:nvPr/>
          </p:nvGrpSpPr>
          <p:grpSpPr>
            <a:xfrm>
              <a:off x="4972340" y="2251622"/>
              <a:ext cx="2676548" cy="1029476"/>
              <a:chOff x="5063066" y="3490885"/>
              <a:chExt cx="2676548" cy="1029476"/>
            </a:xfrm>
          </p:grpSpPr>
          <p:sp>
            <p:nvSpPr>
              <p:cNvPr id="31" name="Bulle ronde 7">
                <a:extLst>
                  <a:ext uri="{FF2B5EF4-FFF2-40B4-BE49-F238E27FC236}">
                    <a16:creationId xmlns:a16="http://schemas.microsoft.com/office/drawing/2014/main" id="{2FBE2ED6-71A7-6704-F63B-61EEC07C49B4}"/>
                  </a:ext>
                </a:extLst>
              </p:cNvPr>
              <p:cNvSpPr/>
              <p:nvPr/>
            </p:nvSpPr>
            <p:spPr bwMode="auto">
              <a:xfrm>
                <a:off x="5063066" y="3490885"/>
                <a:ext cx="2676548" cy="10294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72000" tIns="144000" rIns="72000" bIns="144000" spcCol="1270" anchor="ctr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altLang="fr-FR" sz="1600" dirty="0">
                    <a:solidFill>
                      <a:srgbClr val="62003B"/>
                    </a:solidFill>
                    <a:latin typeface="+mn-lt"/>
                    <a:ea typeface="+mn-ea"/>
                  </a:rPr>
                  <a:t>Aktive Teilnahme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altLang="fr-FR" sz="1600" dirty="0">
                    <a:solidFill>
                      <a:srgbClr val="62003B"/>
                    </a:solidFill>
                    <a:latin typeface="+mn-lt"/>
                    <a:ea typeface="+mn-ea"/>
                  </a:rPr>
                  <a:t>Austausch von Erfahrungen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altLang="fr-FR" sz="1600" dirty="0">
                    <a:solidFill>
                      <a:srgbClr val="62003B"/>
                    </a:solidFill>
                    <a:latin typeface="+mn-lt"/>
                    <a:ea typeface="+mn-ea"/>
                  </a:rPr>
                  <a:t>Direkte Umsetzung</a:t>
                </a:r>
                <a:endParaRPr lang="fr-FR" altLang="fr-FR" sz="1600" dirty="0">
                  <a:solidFill>
                    <a:srgbClr val="62003B"/>
                  </a:solidFill>
                  <a:latin typeface="+mn-lt"/>
                </a:endParaRPr>
              </a:p>
            </p:txBody>
          </p:sp>
          <p:cxnSp>
            <p:nvCxnSpPr>
              <p:cNvPr id="32" name="Connecteur droit 31">
                <a:extLst>
                  <a:ext uri="{FF2B5EF4-FFF2-40B4-BE49-F238E27FC236}">
                    <a16:creationId xmlns:a16="http://schemas.microsoft.com/office/drawing/2014/main" id="{BE3B3851-B1B6-CABE-993D-1DE3605D3A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1005" y="4416973"/>
                <a:ext cx="2231940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32">
                <a:extLst>
                  <a:ext uri="{FF2B5EF4-FFF2-40B4-BE49-F238E27FC236}">
                    <a16:creationId xmlns:a16="http://schemas.microsoft.com/office/drawing/2014/main" id="{AA6233BF-FEB6-FCFB-E626-C7C53D442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1005" y="3590235"/>
                <a:ext cx="2231940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9EC7F963-17BF-6B59-ABDF-4661C9379301}"/>
                </a:ext>
              </a:extLst>
            </p:cNvPr>
            <p:cNvGrpSpPr/>
            <p:nvPr/>
          </p:nvGrpSpPr>
          <p:grpSpPr>
            <a:xfrm>
              <a:off x="7282219" y="3348418"/>
              <a:ext cx="1332096" cy="783255"/>
              <a:chOff x="7977552" y="2407370"/>
              <a:chExt cx="1332096" cy="783255"/>
            </a:xfrm>
          </p:grpSpPr>
          <p:sp>
            <p:nvSpPr>
              <p:cNvPr id="28" name="Bulle ronde 7">
                <a:extLst>
                  <a:ext uri="{FF2B5EF4-FFF2-40B4-BE49-F238E27FC236}">
                    <a16:creationId xmlns:a16="http://schemas.microsoft.com/office/drawing/2014/main" id="{14C72D29-1B7F-52DC-AC6F-5C8AFCE1A2FF}"/>
                  </a:ext>
                </a:extLst>
              </p:cNvPr>
              <p:cNvSpPr/>
              <p:nvPr/>
            </p:nvSpPr>
            <p:spPr bwMode="auto">
              <a:xfrm>
                <a:off x="7995482" y="2407370"/>
                <a:ext cx="1195840" cy="7832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0" tIns="144000" rIns="0" bIns="144000" spcCol="1270" anchor="ctr">
                <a:spAutoFit/>
              </a:bodyPr>
              <a:lstStyle/>
              <a:p>
                <a:pPr defTabSz="725608">
                  <a:spcAft>
                    <a:spcPts val="0"/>
                  </a:spcAft>
                  <a:defRPr/>
                </a:pPr>
                <a:r>
                  <a:rPr lang="de-DE" sz="1600" noProof="0" dirty="0">
                    <a:solidFill>
                      <a:srgbClr val="62003B"/>
                    </a:solidFill>
                  </a:rPr>
                  <a:t>Persönlicher </a:t>
                </a:r>
              </a:p>
              <a:p>
                <a:pPr defTabSz="725608">
                  <a:spcAft>
                    <a:spcPts val="0"/>
                  </a:spcAft>
                  <a:defRPr/>
                </a:pPr>
                <a:r>
                  <a:rPr lang="de-DE" sz="1600" noProof="0" dirty="0">
                    <a:solidFill>
                      <a:srgbClr val="62003B"/>
                    </a:solidFill>
                  </a:rPr>
                  <a:t>Aktionsplan</a:t>
                </a:r>
              </a:p>
            </p:txBody>
          </p:sp>
          <p:cxnSp>
            <p:nvCxnSpPr>
              <p:cNvPr id="29" name="Connecteur droit 28">
                <a:extLst>
                  <a:ext uri="{FF2B5EF4-FFF2-40B4-BE49-F238E27FC236}">
                    <a16:creationId xmlns:a16="http://schemas.microsoft.com/office/drawing/2014/main" id="{B1D581E6-CE10-BE4F-47FD-0A1A0EE48A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7552" y="2505648"/>
                <a:ext cx="1332096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D6FD06A5-2B8D-20FA-EE76-923B1E8AA2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7552" y="3099000"/>
                <a:ext cx="1332096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84D1C7B8-C0AD-F29F-61FB-9DD3F88092DC}"/>
                </a:ext>
              </a:extLst>
            </p:cNvPr>
            <p:cNvGrpSpPr/>
            <p:nvPr/>
          </p:nvGrpSpPr>
          <p:grpSpPr>
            <a:xfrm>
              <a:off x="10659087" y="2314776"/>
              <a:ext cx="1337473" cy="783255"/>
              <a:chOff x="10692104" y="2417151"/>
              <a:chExt cx="1337473" cy="783255"/>
            </a:xfrm>
          </p:grpSpPr>
          <p:sp>
            <p:nvSpPr>
              <p:cNvPr id="25" name="Bulle ronde 7">
                <a:extLst>
                  <a:ext uri="{FF2B5EF4-FFF2-40B4-BE49-F238E27FC236}">
                    <a16:creationId xmlns:a16="http://schemas.microsoft.com/office/drawing/2014/main" id="{71E7DE89-8658-216B-9D73-DFF3A7CC3F28}"/>
                  </a:ext>
                </a:extLst>
              </p:cNvPr>
              <p:cNvSpPr/>
              <p:nvPr/>
            </p:nvSpPr>
            <p:spPr bwMode="auto">
              <a:xfrm>
                <a:off x="10692104" y="2417151"/>
                <a:ext cx="1337473" cy="7832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wrap="none" lIns="72000" tIns="144000" rIns="0" bIns="144000" spcCol="1270" anchor="ctr">
                <a:spAutoFit/>
              </a:bodyPr>
              <a:lstStyle/>
              <a:p>
                <a:pPr defTabSz="725608">
                  <a:spcAft>
                    <a:spcPts val="0"/>
                  </a:spcAft>
                  <a:defRPr/>
                </a:pPr>
                <a:r>
                  <a:rPr lang="fr-FR" sz="1600" dirty="0">
                    <a:solidFill>
                      <a:srgbClr val="62003B"/>
                    </a:solidFill>
                  </a:rPr>
                  <a:t>Handy &amp; PC</a:t>
                </a:r>
              </a:p>
              <a:p>
                <a:pPr defTabSz="725608">
                  <a:spcAft>
                    <a:spcPts val="0"/>
                  </a:spcAft>
                  <a:defRPr/>
                </a:pPr>
                <a:r>
                  <a:rPr lang="de-DE" sz="1600" noProof="0" dirty="0">
                    <a:solidFill>
                      <a:srgbClr val="62003B"/>
                    </a:solidFill>
                  </a:rPr>
                  <a:t>ausgeschaltet</a:t>
                </a:r>
              </a:p>
            </p:txBody>
          </p:sp>
          <p:cxnSp>
            <p:nvCxnSpPr>
              <p:cNvPr id="26" name="Connecteur droit 25">
                <a:extLst>
                  <a:ext uri="{FF2B5EF4-FFF2-40B4-BE49-F238E27FC236}">
                    <a16:creationId xmlns:a16="http://schemas.microsoft.com/office/drawing/2014/main" id="{0DEFF010-C17A-CFF9-2469-939A8A9A4B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65657" y="2524698"/>
                <a:ext cx="1175413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necteur droit 26">
                <a:extLst>
                  <a:ext uri="{FF2B5EF4-FFF2-40B4-BE49-F238E27FC236}">
                    <a16:creationId xmlns:a16="http://schemas.microsoft.com/office/drawing/2014/main" id="{0E1A411C-D988-D23A-8BFF-E838B448E2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65657" y="3089475"/>
                <a:ext cx="1175413" cy="0"/>
              </a:xfrm>
              <a:prstGeom prst="line">
                <a:avLst/>
              </a:prstGeom>
              <a:ln>
                <a:solidFill>
                  <a:srgbClr val="6200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41D1974-39A2-C502-2DAC-DAA24087B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391" y="3645644"/>
            <a:ext cx="3375464" cy="1325798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E8B60539-A989-A385-A3DD-4E4281E00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843393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.1_Sommaire titres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F569CFA7-9653-3CAE-348E-9B1101CBD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388848"/>
            <a:ext cx="12191999" cy="2158500"/>
          </a:xfrm>
          <a:prstGeom prst="rect">
            <a:avLst/>
          </a:prstGeom>
        </p:spPr>
      </p:pic>
      <p:sp>
        <p:nvSpPr>
          <p:cNvPr id="12" name="Espace réservé du numéro de diapositive 2">
            <a:extLst>
              <a:ext uri="{FF2B5EF4-FFF2-40B4-BE49-F238E27FC236}">
                <a16:creationId xmlns:a16="http://schemas.microsoft.com/office/drawing/2014/main" id="{1C7DB35A-BE80-4A58-869F-3EF6A77B1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6725617" y="6977166"/>
            <a:ext cx="481787" cy="198699"/>
          </a:xfrm>
        </p:spPr>
        <p:txBody>
          <a:bodyPr/>
          <a:lstStyle/>
          <a:p>
            <a:pPr>
              <a:defRPr/>
            </a:pPr>
            <a:fld id="{B640B2B8-8515-41AF-984D-C272BA7CD663}" type="slidenum">
              <a:rPr lang="fr-FR" smtClean="0"/>
              <a:pPr>
                <a:defRPr/>
              </a:pPr>
              <a:t>‹Nr.›</a:t>
            </a:fld>
            <a:endParaRPr lang="fr-FR" dirty="0"/>
          </a:p>
        </p:txBody>
      </p:sp>
      <p:sp>
        <p:nvSpPr>
          <p:cNvPr id="25" name="Rectangle 24">
            <a:hlinkClick r:id="rId3" action="ppaction://hlinksldjump"/>
            <a:extLst>
              <a:ext uri="{FF2B5EF4-FFF2-40B4-BE49-F238E27FC236}">
                <a16:creationId xmlns:a16="http://schemas.microsoft.com/office/drawing/2014/main" id="{7D60C17E-3A55-2E25-062F-183580A00EE9}"/>
              </a:ext>
            </a:extLst>
          </p:cNvPr>
          <p:cNvSpPr/>
          <p:nvPr userDrawn="1"/>
        </p:nvSpPr>
        <p:spPr>
          <a:xfrm>
            <a:off x="324968" y="1626839"/>
            <a:ext cx="1980258" cy="1439667"/>
          </a:xfrm>
          <a:prstGeom prst="rect">
            <a:avLst/>
          </a:prstGeom>
          <a:solidFill>
            <a:srgbClr val="A50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latin typeface="+mj-lt"/>
            </a:endParaRPr>
          </a:p>
        </p:txBody>
      </p:sp>
      <p:sp>
        <p:nvSpPr>
          <p:cNvPr id="26" name="Rectangle 25">
            <a:hlinkClick r:id="rId4" action="ppaction://hlinksldjump"/>
            <a:extLst>
              <a:ext uri="{FF2B5EF4-FFF2-40B4-BE49-F238E27FC236}">
                <a16:creationId xmlns:a16="http://schemas.microsoft.com/office/drawing/2014/main" id="{F449828E-439A-5D03-6EBC-57FC2B81B757}"/>
              </a:ext>
            </a:extLst>
          </p:cNvPr>
          <p:cNvSpPr/>
          <p:nvPr userDrawn="1"/>
        </p:nvSpPr>
        <p:spPr>
          <a:xfrm>
            <a:off x="2592544" y="1626839"/>
            <a:ext cx="1980258" cy="1439667"/>
          </a:xfrm>
          <a:prstGeom prst="rect">
            <a:avLst/>
          </a:prstGeom>
          <a:solidFill>
            <a:srgbClr val="007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latin typeface="+mj-lt"/>
            </a:endParaRPr>
          </a:p>
        </p:txBody>
      </p:sp>
      <p:sp>
        <p:nvSpPr>
          <p:cNvPr id="27" name="Rectangle 26">
            <a:hlinkClick r:id="rId5" action="ppaction://hlinksldjump"/>
            <a:extLst>
              <a:ext uri="{FF2B5EF4-FFF2-40B4-BE49-F238E27FC236}">
                <a16:creationId xmlns:a16="http://schemas.microsoft.com/office/drawing/2014/main" id="{444E61B5-DD10-2A34-44E6-98982FB6C37C}"/>
              </a:ext>
            </a:extLst>
          </p:cNvPr>
          <p:cNvSpPr/>
          <p:nvPr userDrawn="1"/>
        </p:nvSpPr>
        <p:spPr>
          <a:xfrm>
            <a:off x="4853694" y="1639743"/>
            <a:ext cx="1980258" cy="1439667"/>
          </a:xfrm>
          <a:prstGeom prst="rect">
            <a:avLst/>
          </a:prstGeom>
          <a:solidFill>
            <a:srgbClr val="00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8" name="Rectangle 27">
            <a:hlinkClick r:id="rId6" action="ppaction://hlinksldjump"/>
            <a:extLst>
              <a:ext uri="{FF2B5EF4-FFF2-40B4-BE49-F238E27FC236}">
                <a16:creationId xmlns:a16="http://schemas.microsoft.com/office/drawing/2014/main" id="{D18687A2-35F9-CD5B-B9C2-93EA5F0A36BD}"/>
              </a:ext>
            </a:extLst>
          </p:cNvPr>
          <p:cNvSpPr/>
          <p:nvPr userDrawn="1"/>
        </p:nvSpPr>
        <p:spPr>
          <a:xfrm>
            <a:off x="7159186" y="1617267"/>
            <a:ext cx="1980258" cy="1439667"/>
          </a:xfrm>
          <a:prstGeom prst="rect">
            <a:avLst/>
          </a:prstGeom>
          <a:solidFill>
            <a:srgbClr val="B34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42" y="1619015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93292" y="1619015"/>
            <a:ext cx="1980258" cy="1439667"/>
          </a:xfrm>
        </p:spPr>
        <p:txBody>
          <a:bodyPr lIns="108000" tIns="108000" rIns="72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66268" y="1628796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2564" y="1618966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29" name="Rectangle 28">
            <a:hlinkClick r:id="rId7" action="ppaction://hlinksldjump"/>
            <a:extLst>
              <a:ext uri="{FF2B5EF4-FFF2-40B4-BE49-F238E27FC236}">
                <a16:creationId xmlns:a16="http://schemas.microsoft.com/office/drawing/2014/main" id="{6C7E0526-A424-807C-A0EE-4F4C2C7383E6}"/>
              </a:ext>
            </a:extLst>
          </p:cNvPr>
          <p:cNvSpPr/>
          <p:nvPr userDrawn="1"/>
        </p:nvSpPr>
        <p:spPr>
          <a:xfrm>
            <a:off x="9462684" y="1626839"/>
            <a:ext cx="1980258" cy="1439667"/>
          </a:xfrm>
          <a:prstGeom prst="rect">
            <a:avLst/>
          </a:prstGeom>
          <a:solidFill>
            <a:srgbClr val="5A18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0" name="Rectangle 29">
            <a:hlinkClick r:id="rId8" action="ppaction://hlinksldjump"/>
            <a:extLst>
              <a:ext uri="{FF2B5EF4-FFF2-40B4-BE49-F238E27FC236}">
                <a16:creationId xmlns:a16="http://schemas.microsoft.com/office/drawing/2014/main" id="{26528E2E-B5EB-2811-DC9F-FBEED04AA8D8}"/>
              </a:ext>
            </a:extLst>
          </p:cNvPr>
          <p:cNvSpPr/>
          <p:nvPr userDrawn="1"/>
        </p:nvSpPr>
        <p:spPr>
          <a:xfrm>
            <a:off x="325716" y="3333449"/>
            <a:ext cx="1980258" cy="1439667"/>
          </a:xfrm>
          <a:prstGeom prst="rect">
            <a:avLst/>
          </a:prstGeom>
          <a:solidFill>
            <a:srgbClr val="992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1" name="Rectangle 30">
            <a:hlinkClick r:id="rId9" action="ppaction://hlinksldjump"/>
            <a:extLst>
              <a:ext uri="{FF2B5EF4-FFF2-40B4-BE49-F238E27FC236}">
                <a16:creationId xmlns:a16="http://schemas.microsoft.com/office/drawing/2014/main" id="{A17D9B80-846B-B50A-18ED-4B904F710EED}"/>
              </a:ext>
            </a:extLst>
          </p:cNvPr>
          <p:cNvSpPr/>
          <p:nvPr userDrawn="1"/>
        </p:nvSpPr>
        <p:spPr>
          <a:xfrm>
            <a:off x="2605589" y="3333707"/>
            <a:ext cx="1980258" cy="1439667"/>
          </a:xfrm>
          <a:prstGeom prst="rect">
            <a:avLst/>
          </a:prstGeom>
          <a:solidFill>
            <a:srgbClr val="004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2" name="Rectangle 31">
            <a:hlinkClick r:id="rId10" action="ppaction://hlinksldjump"/>
            <a:extLst>
              <a:ext uri="{FF2B5EF4-FFF2-40B4-BE49-F238E27FC236}">
                <a16:creationId xmlns:a16="http://schemas.microsoft.com/office/drawing/2014/main" id="{7DD8EFFB-4A49-F21E-6705-0958FCC566B7}"/>
              </a:ext>
            </a:extLst>
          </p:cNvPr>
          <p:cNvSpPr/>
          <p:nvPr userDrawn="1"/>
        </p:nvSpPr>
        <p:spPr>
          <a:xfrm>
            <a:off x="4837342" y="3334959"/>
            <a:ext cx="1980258" cy="1439667"/>
          </a:xfrm>
          <a:prstGeom prst="rect">
            <a:avLst/>
          </a:prstGeom>
          <a:solidFill>
            <a:srgbClr val="62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59306" y="1639742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4968" y="3331975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6</a:t>
            </a:r>
            <a:endParaRPr lang="fr-FR" dirty="0"/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9440" y="3332008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7</a:t>
            </a:r>
            <a:endParaRPr lang="fr-FR" dirty="0"/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3694" y="3333260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8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1C3192-8C0B-5B59-FD70-C42DA6371BD7}"/>
              </a:ext>
            </a:extLst>
          </p:cNvPr>
          <p:cNvSpPr txBox="1"/>
          <p:nvPr userDrawn="1"/>
        </p:nvSpPr>
        <p:spPr>
          <a:xfrm>
            <a:off x="523531" y="665790"/>
            <a:ext cx="3447325" cy="64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99" b="1" dirty="0">
                <a:solidFill>
                  <a:schemeClr val="bg1"/>
                </a:solidFill>
                <a:highlight>
                  <a:srgbClr val="000000"/>
                </a:highlight>
              </a:rPr>
              <a:t>Agenda</a:t>
            </a:r>
          </a:p>
        </p:txBody>
      </p:sp>
      <p:sp>
        <p:nvSpPr>
          <p:cNvPr id="35" name="Rectangle 24">
            <a:hlinkClick r:id="rId11" action="ppaction://hlinksldjump"/>
            <a:extLst>
              <a:ext uri="{FF2B5EF4-FFF2-40B4-BE49-F238E27FC236}">
                <a16:creationId xmlns:a16="http://schemas.microsoft.com/office/drawing/2014/main" id="{C3C8CACA-1341-3500-19FF-2C0133A9BE82}"/>
              </a:ext>
            </a:extLst>
          </p:cNvPr>
          <p:cNvSpPr/>
          <p:nvPr userDrawn="1"/>
        </p:nvSpPr>
        <p:spPr>
          <a:xfrm>
            <a:off x="7152850" y="3331975"/>
            <a:ext cx="1980258" cy="1439667"/>
          </a:xfrm>
          <a:prstGeom prst="rect">
            <a:avLst/>
          </a:prstGeom>
          <a:solidFill>
            <a:srgbClr val="001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7" name="Rectangle 29">
            <a:hlinkClick r:id="rId12" action="ppaction://hlinksldjump"/>
            <a:extLst>
              <a:ext uri="{FF2B5EF4-FFF2-40B4-BE49-F238E27FC236}">
                <a16:creationId xmlns:a16="http://schemas.microsoft.com/office/drawing/2014/main" id="{2227E309-743C-8C83-A42E-6C169025F9CD}"/>
              </a:ext>
            </a:extLst>
          </p:cNvPr>
          <p:cNvSpPr/>
          <p:nvPr userDrawn="1"/>
        </p:nvSpPr>
        <p:spPr>
          <a:xfrm>
            <a:off x="9470596" y="3325625"/>
            <a:ext cx="1980258" cy="1439667"/>
          </a:xfrm>
          <a:prstGeom prst="rect">
            <a:avLst/>
          </a:prstGeom>
          <a:solidFill>
            <a:srgbClr val="3854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CF55FA74-0F1B-2ABC-A0E9-449B336706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69848" y="3324151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10</a:t>
            </a:r>
            <a:endParaRPr lang="fr-FR" dirty="0"/>
          </a:p>
        </p:txBody>
      </p:sp>
      <p:sp>
        <p:nvSpPr>
          <p:cNvPr id="36" name="Espace réservé du texte 27">
            <a:extLst>
              <a:ext uri="{FF2B5EF4-FFF2-40B4-BE49-F238E27FC236}">
                <a16:creationId xmlns:a16="http://schemas.microsoft.com/office/drawing/2014/main" id="{85655D4B-E95B-D05D-1C8E-F29FAB5EE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43324" y="3324151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9</a:t>
            </a:r>
            <a:endParaRPr lang="fr-FR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3A817C2E-7053-A5A4-6DF5-9E1104DDDE98}"/>
              </a:ext>
            </a:extLst>
          </p:cNvPr>
          <p:cNvSpPr txBox="1">
            <a:spLocks/>
          </p:cNvSpPr>
          <p:nvPr userDrawn="1"/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D27D01-01E5-4FC8-B4B9-781E78408F61}" type="slidenum">
              <a:rPr lang="fr-FR" smtClean="0"/>
              <a:pPr/>
              <a:t>‹Nr.›</a:t>
            </a:fld>
            <a:endParaRPr lang="fr-FR" dirty="0"/>
          </a:p>
        </p:txBody>
      </p:sp>
      <p:sp>
        <p:nvSpPr>
          <p:cNvPr id="3" name="Rectangle 24">
            <a:hlinkClick r:id="rId13" action="ppaction://hlinksldjump"/>
            <a:extLst>
              <a:ext uri="{FF2B5EF4-FFF2-40B4-BE49-F238E27FC236}">
                <a16:creationId xmlns:a16="http://schemas.microsoft.com/office/drawing/2014/main" id="{86844BB5-4C7E-A4CC-8224-AFE87032B2A9}"/>
              </a:ext>
            </a:extLst>
          </p:cNvPr>
          <p:cNvSpPr/>
          <p:nvPr userDrawn="1"/>
        </p:nvSpPr>
        <p:spPr>
          <a:xfrm>
            <a:off x="324968" y="5052181"/>
            <a:ext cx="1980258" cy="1439667"/>
          </a:xfrm>
          <a:prstGeom prst="rect">
            <a:avLst/>
          </a:prstGeom>
          <a:solidFill>
            <a:srgbClr val="007B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latin typeface="+mj-lt"/>
            </a:endParaRPr>
          </a:p>
        </p:txBody>
      </p:sp>
      <p:sp>
        <p:nvSpPr>
          <p:cNvPr id="5" name="Rectangle 25">
            <a:hlinkClick r:id="rId14" action="ppaction://hlinksldjump"/>
            <a:extLst>
              <a:ext uri="{FF2B5EF4-FFF2-40B4-BE49-F238E27FC236}">
                <a16:creationId xmlns:a16="http://schemas.microsoft.com/office/drawing/2014/main" id="{2DE52906-5690-2BC7-37DA-2AFF62A56361}"/>
              </a:ext>
            </a:extLst>
          </p:cNvPr>
          <p:cNvSpPr/>
          <p:nvPr userDrawn="1"/>
        </p:nvSpPr>
        <p:spPr>
          <a:xfrm>
            <a:off x="2592544" y="5052181"/>
            <a:ext cx="1980258" cy="14396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7" name="Rectangle 26">
            <a:hlinkClick r:id="rId15" action="ppaction://hlinksldjump"/>
            <a:extLst>
              <a:ext uri="{FF2B5EF4-FFF2-40B4-BE49-F238E27FC236}">
                <a16:creationId xmlns:a16="http://schemas.microsoft.com/office/drawing/2014/main" id="{8087B9E7-C48E-BCBC-E376-2AFDCC55C063}"/>
              </a:ext>
            </a:extLst>
          </p:cNvPr>
          <p:cNvSpPr/>
          <p:nvPr userDrawn="1"/>
        </p:nvSpPr>
        <p:spPr>
          <a:xfrm>
            <a:off x="4853694" y="5065085"/>
            <a:ext cx="1980258" cy="14396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8" name="Rectangle 27">
            <a:hlinkClick r:id="rId16" action="ppaction://hlinksldjump"/>
            <a:extLst>
              <a:ext uri="{FF2B5EF4-FFF2-40B4-BE49-F238E27FC236}">
                <a16:creationId xmlns:a16="http://schemas.microsoft.com/office/drawing/2014/main" id="{7A47F3F1-9C80-4C06-E4B9-EDEFF816C29B}"/>
              </a:ext>
            </a:extLst>
          </p:cNvPr>
          <p:cNvSpPr/>
          <p:nvPr userDrawn="1"/>
        </p:nvSpPr>
        <p:spPr>
          <a:xfrm>
            <a:off x="7159186" y="5042609"/>
            <a:ext cx="1980258" cy="1439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9" name="Espace réservé du texte 27">
            <a:extLst>
              <a:ext uri="{FF2B5EF4-FFF2-40B4-BE49-F238E27FC236}">
                <a16:creationId xmlns:a16="http://schemas.microsoft.com/office/drawing/2014/main" id="{C5C6A899-93E5-93C4-F236-4016D37B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5442" y="5044357"/>
            <a:ext cx="1980258" cy="1439667"/>
          </a:xfrm>
          <a:solidFill>
            <a:srgbClr val="6D3B38"/>
          </a:solidFill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11</a:t>
            </a:r>
            <a:endParaRPr lang="fr-FR" dirty="0"/>
          </a:p>
        </p:txBody>
      </p:sp>
      <p:sp>
        <p:nvSpPr>
          <p:cNvPr id="10" name="Espace réservé du texte 27">
            <a:extLst>
              <a:ext uri="{FF2B5EF4-FFF2-40B4-BE49-F238E27FC236}">
                <a16:creationId xmlns:a16="http://schemas.microsoft.com/office/drawing/2014/main" id="{6279720B-34A4-852C-9EF0-946395672F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93292" y="5044357"/>
            <a:ext cx="1980258" cy="1439667"/>
          </a:xfrm>
          <a:solidFill>
            <a:srgbClr val="2D0051"/>
          </a:solidFill>
        </p:spPr>
        <p:txBody>
          <a:bodyPr lIns="108000" tIns="108000" rIns="72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12</a:t>
            </a:r>
            <a:endParaRPr lang="fr-FR" dirty="0"/>
          </a:p>
        </p:txBody>
      </p:sp>
      <p:sp>
        <p:nvSpPr>
          <p:cNvPr id="11" name="Espace réservé du texte 27">
            <a:extLst>
              <a:ext uri="{FF2B5EF4-FFF2-40B4-BE49-F238E27FC236}">
                <a16:creationId xmlns:a16="http://schemas.microsoft.com/office/drawing/2014/main" id="{457FBA7A-BFCE-D48A-38F5-E0E1E22D5A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3694" y="5070712"/>
            <a:ext cx="1980258" cy="1439667"/>
          </a:xfrm>
          <a:solidFill>
            <a:srgbClr val="222B3D"/>
          </a:solidFill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13</a:t>
            </a:r>
            <a:endParaRPr lang="fr-FR" dirty="0"/>
          </a:p>
        </p:txBody>
      </p:sp>
      <p:sp>
        <p:nvSpPr>
          <p:cNvPr id="21" name="Espace réservé du texte 27">
            <a:extLst>
              <a:ext uri="{FF2B5EF4-FFF2-40B4-BE49-F238E27FC236}">
                <a16:creationId xmlns:a16="http://schemas.microsoft.com/office/drawing/2014/main" id="{61398F61-C832-8783-E7A9-CF24B1EAA4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62564" y="5044308"/>
            <a:ext cx="1980258" cy="1439667"/>
          </a:xfrm>
          <a:solidFill>
            <a:srgbClr val="733909"/>
          </a:solidFill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14</a:t>
            </a:r>
            <a:endParaRPr lang="fr-FR" dirty="0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857685B6-82D6-2C32-508F-4C5353A44FA1}"/>
              </a:ext>
            </a:extLst>
          </p:cNvPr>
          <p:cNvSpPr/>
          <p:nvPr userDrawn="1"/>
        </p:nvSpPr>
        <p:spPr>
          <a:xfrm>
            <a:off x="9462684" y="5052181"/>
            <a:ext cx="1980258" cy="1439667"/>
          </a:xfrm>
          <a:prstGeom prst="rect">
            <a:avLst/>
          </a:prstGeom>
          <a:solidFill>
            <a:srgbClr val="00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C902052E-B091-8A2D-4C06-0DD17527BAF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59306" y="5065084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2918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590">
          <p15:clr>
            <a:srgbClr val="FBAE40"/>
          </p15:clr>
        </p15:guide>
        <p15:guide id="2" pos="370">
          <p15:clr>
            <a:srgbClr val="FBAE40"/>
          </p15:clr>
        </p15:guide>
        <p15:guide id="3" pos="4066">
          <p15:clr>
            <a:srgbClr val="FBAE40"/>
          </p15:clr>
        </p15:guide>
        <p15:guide id="4" orient="horz" pos="686">
          <p15:clr>
            <a:srgbClr val="FBAE40"/>
          </p15:clr>
        </p15:guide>
        <p15:guide id="5" pos="728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Sommaire titres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F569CFA7-9653-3CAE-348E-9B1101CBD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388848"/>
            <a:ext cx="12191999" cy="2158500"/>
          </a:xfrm>
          <a:prstGeom prst="rect">
            <a:avLst/>
          </a:prstGeom>
        </p:spPr>
      </p:pic>
      <p:sp>
        <p:nvSpPr>
          <p:cNvPr id="12" name="Espace réservé du numéro de diapositive 2">
            <a:extLst>
              <a:ext uri="{FF2B5EF4-FFF2-40B4-BE49-F238E27FC236}">
                <a16:creationId xmlns:a16="http://schemas.microsoft.com/office/drawing/2014/main" id="{1C7DB35A-BE80-4A58-869F-3EF6A77B1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6725617" y="6977166"/>
            <a:ext cx="481787" cy="198699"/>
          </a:xfrm>
        </p:spPr>
        <p:txBody>
          <a:bodyPr/>
          <a:lstStyle/>
          <a:p>
            <a:pPr>
              <a:defRPr/>
            </a:pPr>
            <a:fld id="{B640B2B8-8515-41AF-984D-C272BA7CD663}" type="slidenum">
              <a:rPr lang="fr-FR" smtClean="0"/>
              <a:pPr>
                <a:defRPr/>
              </a:pPr>
              <a:t>‹Nr.›</a:t>
            </a:fld>
            <a:endParaRPr lang="fr-FR" dirty="0"/>
          </a:p>
        </p:txBody>
      </p:sp>
      <p:sp>
        <p:nvSpPr>
          <p:cNvPr id="25" name="Rectangle 24">
            <a:hlinkClick r:id="rId3" action="ppaction://hlinksldjump"/>
            <a:extLst>
              <a:ext uri="{FF2B5EF4-FFF2-40B4-BE49-F238E27FC236}">
                <a16:creationId xmlns:a16="http://schemas.microsoft.com/office/drawing/2014/main" id="{7D60C17E-3A55-2E25-062F-183580A00EE9}"/>
              </a:ext>
            </a:extLst>
          </p:cNvPr>
          <p:cNvSpPr/>
          <p:nvPr userDrawn="1"/>
        </p:nvSpPr>
        <p:spPr>
          <a:xfrm>
            <a:off x="533057" y="2298748"/>
            <a:ext cx="1980258" cy="1439667"/>
          </a:xfrm>
          <a:prstGeom prst="rect">
            <a:avLst/>
          </a:prstGeom>
          <a:solidFill>
            <a:srgbClr val="A50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6" name="Rectangle 25">
            <a:hlinkClick r:id="rId4" action="ppaction://hlinksldjump"/>
            <a:extLst>
              <a:ext uri="{FF2B5EF4-FFF2-40B4-BE49-F238E27FC236}">
                <a16:creationId xmlns:a16="http://schemas.microsoft.com/office/drawing/2014/main" id="{F449828E-439A-5D03-6EBC-57FC2B81B757}"/>
              </a:ext>
            </a:extLst>
          </p:cNvPr>
          <p:cNvSpPr/>
          <p:nvPr userDrawn="1"/>
        </p:nvSpPr>
        <p:spPr>
          <a:xfrm>
            <a:off x="2800633" y="2298748"/>
            <a:ext cx="1980258" cy="1439667"/>
          </a:xfrm>
          <a:prstGeom prst="rect">
            <a:avLst/>
          </a:prstGeom>
          <a:solidFill>
            <a:srgbClr val="007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7" name="Rectangle 26">
            <a:hlinkClick r:id="rId5" action="ppaction://hlinksldjump"/>
            <a:extLst>
              <a:ext uri="{FF2B5EF4-FFF2-40B4-BE49-F238E27FC236}">
                <a16:creationId xmlns:a16="http://schemas.microsoft.com/office/drawing/2014/main" id="{444E61B5-DD10-2A34-44E6-98982FB6C37C}"/>
              </a:ext>
            </a:extLst>
          </p:cNvPr>
          <p:cNvSpPr/>
          <p:nvPr userDrawn="1"/>
        </p:nvSpPr>
        <p:spPr>
          <a:xfrm>
            <a:off x="5061783" y="2311652"/>
            <a:ext cx="1980258" cy="1439667"/>
          </a:xfrm>
          <a:prstGeom prst="rect">
            <a:avLst/>
          </a:prstGeom>
          <a:solidFill>
            <a:srgbClr val="00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8" name="Rectangle 27">
            <a:hlinkClick r:id="rId6" action="ppaction://hlinksldjump"/>
            <a:extLst>
              <a:ext uri="{FF2B5EF4-FFF2-40B4-BE49-F238E27FC236}">
                <a16:creationId xmlns:a16="http://schemas.microsoft.com/office/drawing/2014/main" id="{D18687A2-35F9-CD5B-B9C2-93EA5F0A36BD}"/>
              </a:ext>
            </a:extLst>
          </p:cNvPr>
          <p:cNvSpPr/>
          <p:nvPr userDrawn="1"/>
        </p:nvSpPr>
        <p:spPr>
          <a:xfrm>
            <a:off x="7367275" y="2289176"/>
            <a:ext cx="1980258" cy="1439667"/>
          </a:xfrm>
          <a:prstGeom prst="rect">
            <a:avLst/>
          </a:prstGeom>
          <a:solidFill>
            <a:srgbClr val="B34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531" y="2290924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01381" y="2290924"/>
            <a:ext cx="1980258" cy="1439667"/>
          </a:xfrm>
        </p:spPr>
        <p:txBody>
          <a:bodyPr lIns="108000" tIns="108000" rIns="72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74357" y="2300705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70653" y="2290875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29" name="Rectangle 28">
            <a:hlinkClick r:id="rId7" action="ppaction://hlinksldjump"/>
            <a:extLst>
              <a:ext uri="{FF2B5EF4-FFF2-40B4-BE49-F238E27FC236}">
                <a16:creationId xmlns:a16="http://schemas.microsoft.com/office/drawing/2014/main" id="{6C7E0526-A424-807C-A0EE-4F4C2C7383E6}"/>
              </a:ext>
            </a:extLst>
          </p:cNvPr>
          <p:cNvSpPr/>
          <p:nvPr userDrawn="1"/>
        </p:nvSpPr>
        <p:spPr>
          <a:xfrm>
            <a:off x="9670773" y="2298748"/>
            <a:ext cx="1980258" cy="1439667"/>
          </a:xfrm>
          <a:prstGeom prst="rect">
            <a:avLst/>
          </a:prstGeom>
          <a:solidFill>
            <a:srgbClr val="5A18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0" name="Rectangle 29">
            <a:hlinkClick r:id="rId8" action="ppaction://hlinksldjump"/>
            <a:extLst>
              <a:ext uri="{FF2B5EF4-FFF2-40B4-BE49-F238E27FC236}">
                <a16:creationId xmlns:a16="http://schemas.microsoft.com/office/drawing/2014/main" id="{26528E2E-B5EB-2811-DC9F-FBEED04AA8D8}"/>
              </a:ext>
            </a:extLst>
          </p:cNvPr>
          <p:cNvSpPr/>
          <p:nvPr userDrawn="1"/>
        </p:nvSpPr>
        <p:spPr>
          <a:xfrm>
            <a:off x="533805" y="4005358"/>
            <a:ext cx="1980258" cy="1439667"/>
          </a:xfrm>
          <a:prstGeom prst="rect">
            <a:avLst/>
          </a:prstGeom>
          <a:solidFill>
            <a:srgbClr val="992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1" name="Rectangle 30">
            <a:hlinkClick r:id="rId9" action="ppaction://hlinksldjump"/>
            <a:extLst>
              <a:ext uri="{FF2B5EF4-FFF2-40B4-BE49-F238E27FC236}">
                <a16:creationId xmlns:a16="http://schemas.microsoft.com/office/drawing/2014/main" id="{A17D9B80-846B-B50A-18ED-4B904F710EED}"/>
              </a:ext>
            </a:extLst>
          </p:cNvPr>
          <p:cNvSpPr/>
          <p:nvPr userDrawn="1"/>
        </p:nvSpPr>
        <p:spPr>
          <a:xfrm>
            <a:off x="2813678" y="4005616"/>
            <a:ext cx="1980258" cy="1439667"/>
          </a:xfrm>
          <a:prstGeom prst="rect">
            <a:avLst/>
          </a:prstGeom>
          <a:solidFill>
            <a:srgbClr val="004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2" name="Rectangle 31">
            <a:hlinkClick r:id="rId10" action="ppaction://hlinksldjump"/>
            <a:extLst>
              <a:ext uri="{FF2B5EF4-FFF2-40B4-BE49-F238E27FC236}">
                <a16:creationId xmlns:a16="http://schemas.microsoft.com/office/drawing/2014/main" id="{7DD8EFFB-4A49-F21E-6705-0958FCC566B7}"/>
              </a:ext>
            </a:extLst>
          </p:cNvPr>
          <p:cNvSpPr/>
          <p:nvPr userDrawn="1"/>
        </p:nvSpPr>
        <p:spPr>
          <a:xfrm>
            <a:off x="5045431" y="4006868"/>
            <a:ext cx="1980258" cy="1439667"/>
          </a:xfrm>
          <a:prstGeom prst="rect">
            <a:avLst/>
          </a:prstGeom>
          <a:solidFill>
            <a:srgbClr val="62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67395" y="2311651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057" y="4003884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6</a:t>
            </a:r>
            <a:endParaRPr lang="fr-FR" dirty="0"/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07529" y="4003917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7</a:t>
            </a:r>
            <a:endParaRPr lang="fr-FR" dirty="0"/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1783" y="4005169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8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1C3192-8C0B-5B59-FD70-C42DA6371BD7}"/>
              </a:ext>
            </a:extLst>
          </p:cNvPr>
          <p:cNvSpPr txBox="1"/>
          <p:nvPr userDrawn="1"/>
        </p:nvSpPr>
        <p:spPr>
          <a:xfrm>
            <a:off x="523531" y="665790"/>
            <a:ext cx="3447325" cy="64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99" b="1" dirty="0">
                <a:solidFill>
                  <a:schemeClr val="bg1"/>
                </a:solidFill>
                <a:highlight>
                  <a:srgbClr val="000000"/>
                </a:highlight>
              </a:rPr>
              <a:t>Agenda</a:t>
            </a:r>
          </a:p>
        </p:txBody>
      </p:sp>
      <p:sp>
        <p:nvSpPr>
          <p:cNvPr id="35" name="Rectangle 24">
            <a:hlinkClick r:id="rId11" action="ppaction://hlinksldjump"/>
            <a:extLst>
              <a:ext uri="{FF2B5EF4-FFF2-40B4-BE49-F238E27FC236}">
                <a16:creationId xmlns:a16="http://schemas.microsoft.com/office/drawing/2014/main" id="{C3C8CACA-1341-3500-19FF-2C0133A9BE82}"/>
              </a:ext>
            </a:extLst>
          </p:cNvPr>
          <p:cNvSpPr/>
          <p:nvPr userDrawn="1"/>
        </p:nvSpPr>
        <p:spPr>
          <a:xfrm>
            <a:off x="7360939" y="4003884"/>
            <a:ext cx="1980258" cy="1439667"/>
          </a:xfrm>
          <a:prstGeom prst="rect">
            <a:avLst/>
          </a:prstGeom>
          <a:solidFill>
            <a:srgbClr val="001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7" name="Rectangle 29">
            <a:hlinkClick r:id="rId12" action="ppaction://hlinksldjump"/>
            <a:extLst>
              <a:ext uri="{FF2B5EF4-FFF2-40B4-BE49-F238E27FC236}">
                <a16:creationId xmlns:a16="http://schemas.microsoft.com/office/drawing/2014/main" id="{2227E309-743C-8C83-A42E-6C169025F9CD}"/>
              </a:ext>
            </a:extLst>
          </p:cNvPr>
          <p:cNvSpPr/>
          <p:nvPr userDrawn="1"/>
        </p:nvSpPr>
        <p:spPr>
          <a:xfrm>
            <a:off x="9678685" y="3997534"/>
            <a:ext cx="1980258" cy="1439667"/>
          </a:xfrm>
          <a:prstGeom prst="rect">
            <a:avLst/>
          </a:prstGeom>
          <a:solidFill>
            <a:srgbClr val="3854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8" name="Espace réservé du texte 22">
            <a:extLst>
              <a:ext uri="{FF2B5EF4-FFF2-40B4-BE49-F238E27FC236}">
                <a16:creationId xmlns:a16="http://schemas.microsoft.com/office/drawing/2014/main" id="{CF55FA74-0F1B-2ABC-A0E9-449B336706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77937" y="3996060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10</a:t>
            </a:r>
            <a:endParaRPr lang="fr-FR" dirty="0"/>
          </a:p>
        </p:txBody>
      </p:sp>
      <p:sp>
        <p:nvSpPr>
          <p:cNvPr id="36" name="Espace réservé du texte 27">
            <a:extLst>
              <a:ext uri="{FF2B5EF4-FFF2-40B4-BE49-F238E27FC236}">
                <a16:creationId xmlns:a16="http://schemas.microsoft.com/office/drawing/2014/main" id="{85655D4B-E95B-D05D-1C8E-F29FAB5EE7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51413" y="3996060"/>
            <a:ext cx="1980258" cy="1439667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9</a:t>
            </a:r>
            <a:endParaRPr lang="fr-FR" dirty="0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3A817C2E-7053-A5A4-6DF5-9E1104DDDE98}"/>
              </a:ext>
            </a:extLst>
          </p:cNvPr>
          <p:cNvSpPr txBox="1">
            <a:spLocks/>
          </p:cNvSpPr>
          <p:nvPr userDrawn="1"/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D27D01-01E5-4FC8-B4B9-781E78408F61}" type="slidenum">
              <a:rPr lang="fr-FR" smtClean="0"/>
              <a:pPr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9566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590">
          <p15:clr>
            <a:srgbClr val="FBAE40"/>
          </p15:clr>
        </p15:guide>
        <p15:guide id="2" pos="370">
          <p15:clr>
            <a:srgbClr val="FBAE40"/>
          </p15:clr>
        </p15:guide>
        <p15:guide id="3" pos="4066">
          <p15:clr>
            <a:srgbClr val="FBAE40"/>
          </p15:clr>
        </p15:guide>
        <p15:guide id="4" orient="horz" pos="686">
          <p15:clr>
            <a:srgbClr val="FBAE40"/>
          </p15:clr>
        </p15:guide>
        <p15:guide id="5" pos="728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.1_Sommaire titres 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F569CFA7-9653-3CAE-348E-9B1101CBD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388848"/>
            <a:ext cx="12191999" cy="2158500"/>
          </a:xfrm>
          <a:prstGeom prst="rect">
            <a:avLst/>
          </a:prstGeom>
        </p:spPr>
      </p:pic>
      <p:sp>
        <p:nvSpPr>
          <p:cNvPr id="12" name="Espace réservé du numéro de diapositive 2">
            <a:extLst>
              <a:ext uri="{FF2B5EF4-FFF2-40B4-BE49-F238E27FC236}">
                <a16:creationId xmlns:a16="http://schemas.microsoft.com/office/drawing/2014/main" id="{1C7DB35A-BE80-4A58-869F-3EF6A77B1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6725617" y="6977166"/>
            <a:ext cx="481787" cy="198699"/>
          </a:xfrm>
        </p:spPr>
        <p:txBody>
          <a:bodyPr/>
          <a:lstStyle/>
          <a:p>
            <a:pPr>
              <a:defRPr/>
            </a:pPr>
            <a:fld id="{B640B2B8-8515-41AF-984D-C272BA7CD663}" type="slidenum">
              <a:rPr lang="fr-FR" smtClean="0"/>
              <a:pPr>
                <a:defRPr/>
              </a:pPr>
              <a:t>‹Nr.›</a:t>
            </a:fld>
            <a:endParaRPr lang="fr-FR" dirty="0"/>
          </a:p>
        </p:txBody>
      </p:sp>
      <p:sp>
        <p:nvSpPr>
          <p:cNvPr id="25" name="Rectangle 24">
            <a:hlinkClick r:id="rId3" action="ppaction://hlinksldjump"/>
            <a:extLst>
              <a:ext uri="{FF2B5EF4-FFF2-40B4-BE49-F238E27FC236}">
                <a16:creationId xmlns:a16="http://schemas.microsoft.com/office/drawing/2014/main" id="{7D60C17E-3A55-2E25-062F-183580A00EE9}"/>
              </a:ext>
            </a:extLst>
          </p:cNvPr>
          <p:cNvSpPr/>
          <p:nvPr userDrawn="1"/>
        </p:nvSpPr>
        <p:spPr>
          <a:xfrm>
            <a:off x="597515" y="2006798"/>
            <a:ext cx="2520328" cy="1799583"/>
          </a:xfrm>
          <a:prstGeom prst="rect">
            <a:avLst/>
          </a:prstGeom>
          <a:solidFill>
            <a:srgbClr val="A50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6" name="Rectangle 25">
            <a:hlinkClick r:id="rId4" action="ppaction://hlinksldjump"/>
            <a:extLst>
              <a:ext uri="{FF2B5EF4-FFF2-40B4-BE49-F238E27FC236}">
                <a16:creationId xmlns:a16="http://schemas.microsoft.com/office/drawing/2014/main" id="{F449828E-439A-5D03-6EBC-57FC2B81B757}"/>
              </a:ext>
            </a:extLst>
          </p:cNvPr>
          <p:cNvSpPr/>
          <p:nvPr userDrawn="1"/>
        </p:nvSpPr>
        <p:spPr>
          <a:xfrm>
            <a:off x="3412161" y="2006798"/>
            <a:ext cx="2520328" cy="1799583"/>
          </a:xfrm>
          <a:prstGeom prst="rect">
            <a:avLst/>
          </a:prstGeom>
          <a:solidFill>
            <a:srgbClr val="007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7" name="Rectangle 26">
            <a:hlinkClick r:id="rId5" action="ppaction://hlinksldjump"/>
            <a:extLst>
              <a:ext uri="{FF2B5EF4-FFF2-40B4-BE49-F238E27FC236}">
                <a16:creationId xmlns:a16="http://schemas.microsoft.com/office/drawing/2014/main" id="{444E61B5-DD10-2A34-44E6-98982FB6C37C}"/>
              </a:ext>
            </a:extLst>
          </p:cNvPr>
          <p:cNvSpPr/>
          <p:nvPr userDrawn="1"/>
        </p:nvSpPr>
        <p:spPr>
          <a:xfrm>
            <a:off x="6226808" y="2006798"/>
            <a:ext cx="2520328" cy="1799583"/>
          </a:xfrm>
          <a:prstGeom prst="rect">
            <a:avLst/>
          </a:prstGeom>
          <a:solidFill>
            <a:srgbClr val="00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8" name="Rectangle 27">
            <a:hlinkClick r:id="rId6" action="ppaction://hlinksldjump"/>
            <a:extLst>
              <a:ext uri="{FF2B5EF4-FFF2-40B4-BE49-F238E27FC236}">
                <a16:creationId xmlns:a16="http://schemas.microsoft.com/office/drawing/2014/main" id="{D18687A2-35F9-CD5B-B9C2-93EA5F0A36BD}"/>
              </a:ext>
            </a:extLst>
          </p:cNvPr>
          <p:cNvSpPr/>
          <p:nvPr userDrawn="1"/>
        </p:nvSpPr>
        <p:spPr>
          <a:xfrm>
            <a:off x="9041453" y="2006798"/>
            <a:ext cx="2520328" cy="1799583"/>
          </a:xfrm>
          <a:prstGeom prst="rect">
            <a:avLst/>
          </a:prstGeom>
          <a:solidFill>
            <a:srgbClr val="B34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989" y="1998975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2908" y="1998975"/>
            <a:ext cx="2520328" cy="1799583"/>
          </a:xfrm>
        </p:spPr>
        <p:txBody>
          <a:bodyPr lIns="108000" tIns="108000" rIns="72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0659" y="2008498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44831" y="2008498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29" name="Rectangle 28">
            <a:hlinkClick r:id="rId7" action="ppaction://hlinksldjump"/>
            <a:extLst>
              <a:ext uri="{FF2B5EF4-FFF2-40B4-BE49-F238E27FC236}">
                <a16:creationId xmlns:a16="http://schemas.microsoft.com/office/drawing/2014/main" id="{6C7E0526-A424-807C-A0EE-4F4C2C7383E6}"/>
              </a:ext>
            </a:extLst>
          </p:cNvPr>
          <p:cNvSpPr/>
          <p:nvPr userDrawn="1"/>
        </p:nvSpPr>
        <p:spPr>
          <a:xfrm>
            <a:off x="597515" y="4134111"/>
            <a:ext cx="2520328" cy="1799583"/>
          </a:xfrm>
          <a:prstGeom prst="rect">
            <a:avLst/>
          </a:prstGeom>
          <a:solidFill>
            <a:srgbClr val="5A18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0" name="Rectangle 29">
            <a:hlinkClick r:id="rId8" action="ppaction://hlinksldjump"/>
            <a:extLst>
              <a:ext uri="{FF2B5EF4-FFF2-40B4-BE49-F238E27FC236}">
                <a16:creationId xmlns:a16="http://schemas.microsoft.com/office/drawing/2014/main" id="{26528E2E-B5EB-2811-DC9F-FBEED04AA8D8}"/>
              </a:ext>
            </a:extLst>
          </p:cNvPr>
          <p:cNvSpPr/>
          <p:nvPr userDrawn="1"/>
        </p:nvSpPr>
        <p:spPr>
          <a:xfrm>
            <a:off x="3412161" y="4134111"/>
            <a:ext cx="2520328" cy="1799583"/>
          </a:xfrm>
          <a:prstGeom prst="rect">
            <a:avLst/>
          </a:prstGeom>
          <a:solidFill>
            <a:srgbClr val="992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1" name="Rectangle 30">
            <a:hlinkClick r:id="rId9" action="ppaction://hlinksldjump"/>
            <a:extLst>
              <a:ext uri="{FF2B5EF4-FFF2-40B4-BE49-F238E27FC236}">
                <a16:creationId xmlns:a16="http://schemas.microsoft.com/office/drawing/2014/main" id="{A17D9B80-846B-B50A-18ED-4B904F710EED}"/>
              </a:ext>
            </a:extLst>
          </p:cNvPr>
          <p:cNvSpPr/>
          <p:nvPr userDrawn="1"/>
        </p:nvSpPr>
        <p:spPr>
          <a:xfrm>
            <a:off x="6226808" y="4134111"/>
            <a:ext cx="2520328" cy="1799583"/>
          </a:xfrm>
          <a:prstGeom prst="rect">
            <a:avLst/>
          </a:prstGeom>
          <a:solidFill>
            <a:srgbClr val="0046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2" name="Rectangle 31">
            <a:hlinkClick r:id="rId10" action="ppaction://hlinksldjump"/>
            <a:extLst>
              <a:ext uri="{FF2B5EF4-FFF2-40B4-BE49-F238E27FC236}">
                <a16:creationId xmlns:a16="http://schemas.microsoft.com/office/drawing/2014/main" id="{7DD8EFFB-4A49-F21E-6705-0958FCC566B7}"/>
              </a:ext>
            </a:extLst>
          </p:cNvPr>
          <p:cNvSpPr/>
          <p:nvPr userDrawn="1"/>
        </p:nvSpPr>
        <p:spPr>
          <a:xfrm>
            <a:off x="9041453" y="4134111"/>
            <a:ext cx="2553032" cy="1810806"/>
          </a:xfrm>
          <a:prstGeom prst="rect">
            <a:avLst/>
          </a:prstGeom>
          <a:solidFill>
            <a:srgbClr val="62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0619" y="4132411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413" y="4132636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6</a:t>
            </a:r>
            <a:endParaRPr lang="fr-FR" dirty="0"/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9513" y="4132411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7</a:t>
            </a:r>
            <a:endParaRPr lang="fr-FR" dirty="0"/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7805" y="4132411"/>
            <a:ext cx="2520328" cy="1799583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8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1C3192-8C0B-5B59-FD70-C42DA6371BD7}"/>
              </a:ext>
            </a:extLst>
          </p:cNvPr>
          <p:cNvSpPr txBox="1"/>
          <p:nvPr userDrawn="1"/>
        </p:nvSpPr>
        <p:spPr>
          <a:xfrm>
            <a:off x="523531" y="665790"/>
            <a:ext cx="3447325" cy="64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99" b="1" dirty="0">
                <a:solidFill>
                  <a:schemeClr val="bg1"/>
                </a:solidFill>
                <a:highlight>
                  <a:srgbClr val="000000"/>
                </a:highlight>
              </a:rPr>
              <a:t>Agenda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715CE7EF-3E79-C22E-DC5A-16769FC96729}"/>
              </a:ext>
            </a:extLst>
          </p:cNvPr>
          <p:cNvSpPr txBox="1">
            <a:spLocks/>
          </p:cNvSpPr>
          <p:nvPr userDrawn="1"/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5D27D01-01E5-4FC8-B4B9-781E78408F61}" type="slidenum">
              <a:rPr lang="fr-FR" smtClean="0"/>
              <a:pPr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0724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590">
          <p15:clr>
            <a:srgbClr val="FBAE40"/>
          </p15:clr>
        </p15:guide>
        <p15:guide id="2" pos="370">
          <p15:clr>
            <a:srgbClr val="FBAE40"/>
          </p15:clr>
        </p15:guide>
        <p15:guide id="3" pos="4066">
          <p15:clr>
            <a:srgbClr val="FBAE40"/>
          </p15:clr>
        </p15:guide>
        <p15:guide id="4" orient="horz" pos="686">
          <p15:clr>
            <a:srgbClr val="FBAE40"/>
          </p15:clr>
        </p15:guide>
        <p15:guide id="5" pos="7287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_Sommaire titres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7CC9600-D1CB-26CC-B91E-98581550F3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622" t="-1364" r="-3457" b="1364"/>
          <a:stretch/>
        </p:blipFill>
        <p:spPr>
          <a:xfrm rot="16200000">
            <a:off x="3760990" y="25261"/>
            <a:ext cx="2344699" cy="372476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719CB40-EF6B-8A53-3956-8C256310B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388848"/>
            <a:ext cx="12191999" cy="2158500"/>
          </a:xfrm>
          <a:prstGeom prst="rect">
            <a:avLst/>
          </a:prstGeom>
        </p:spPr>
      </p:pic>
      <p:sp>
        <p:nvSpPr>
          <p:cNvPr id="28" name="Rectangle 27">
            <a:hlinkClick r:id="rId5" action="ppaction://hlinksldjump"/>
            <a:extLst>
              <a:ext uri="{FF2B5EF4-FFF2-40B4-BE49-F238E27FC236}">
                <a16:creationId xmlns:a16="http://schemas.microsoft.com/office/drawing/2014/main" id="{D655B055-06C6-AAF6-8D7F-D6CEE77341C4}"/>
              </a:ext>
            </a:extLst>
          </p:cNvPr>
          <p:cNvSpPr/>
          <p:nvPr userDrawn="1"/>
        </p:nvSpPr>
        <p:spPr>
          <a:xfrm>
            <a:off x="836095" y="1957155"/>
            <a:ext cx="3060398" cy="1979542"/>
          </a:xfrm>
          <a:prstGeom prst="rect">
            <a:avLst/>
          </a:prstGeom>
          <a:solidFill>
            <a:srgbClr val="A50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9" name="Rectangle 28">
            <a:hlinkClick r:id="rId6" action="ppaction://hlinksldjump"/>
            <a:extLst>
              <a:ext uri="{FF2B5EF4-FFF2-40B4-BE49-F238E27FC236}">
                <a16:creationId xmlns:a16="http://schemas.microsoft.com/office/drawing/2014/main" id="{20353FD5-CC6C-0BF9-8DB6-A6DF33B9F0B5}"/>
              </a:ext>
            </a:extLst>
          </p:cNvPr>
          <p:cNvSpPr/>
          <p:nvPr userDrawn="1"/>
        </p:nvSpPr>
        <p:spPr>
          <a:xfrm>
            <a:off x="4582049" y="1957155"/>
            <a:ext cx="3060398" cy="1979542"/>
          </a:xfrm>
          <a:prstGeom prst="rect">
            <a:avLst/>
          </a:prstGeom>
          <a:solidFill>
            <a:srgbClr val="007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0" name="Rectangle 29">
            <a:hlinkClick r:id="rId7" action="ppaction://hlinksldjump"/>
            <a:extLst>
              <a:ext uri="{FF2B5EF4-FFF2-40B4-BE49-F238E27FC236}">
                <a16:creationId xmlns:a16="http://schemas.microsoft.com/office/drawing/2014/main" id="{9BB0C43A-BEE1-3781-C1A3-C1D730DA8223}"/>
              </a:ext>
            </a:extLst>
          </p:cNvPr>
          <p:cNvSpPr/>
          <p:nvPr userDrawn="1"/>
        </p:nvSpPr>
        <p:spPr>
          <a:xfrm>
            <a:off x="8328000" y="1957155"/>
            <a:ext cx="3060398" cy="1979542"/>
          </a:xfrm>
          <a:prstGeom prst="rect">
            <a:avLst/>
          </a:prstGeom>
          <a:solidFill>
            <a:srgbClr val="00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1" name="Rectangle 30">
            <a:hlinkClick r:id="rId8" action="ppaction://hlinksldjump"/>
            <a:extLst>
              <a:ext uri="{FF2B5EF4-FFF2-40B4-BE49-F238E27FC236}">
                <a16:creationId xmlns:a16="http://schemas.microsoft.com/office/drawing/2014/main" id="{A1302DE7-C748-A3D9-773F-4589733F9D44}"/>
              </a:ext>
            </a:extLst>
          </p:cNvPr>
          <p:cNvSpPr/>
          <p:nvPr userDrawn="1"/>
        </p:nvSpPr>
        <p:spPr>
          <a:xfrm>
            <a:off x="858658" y="4344747"/>
            <a:ext cx="3060398" cy="1979542"/>
          </a:xfrm>
          <a:prstGeom prst="rect">
            <a:avLst/>
          </a:prstGeom>
          <a:solidFill>
            <a:srgbClr val="B34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2" name="Rectangle 31">
            <a:hlinkClick r:id="rId9" action="ppaction://hlinksldjump"/>
            <a:extLst>
              <a:ext uri="{FF2B5EF4-FFF2-40B4-BE49-F238E27FC236}">
                <a16:creationId xmlns:a16="http://schemas.microsoft.com/office/drawing/2014/main" id="{3E47182C-7624-E6DC-C334-9C84D4714766}"/>
              </a:ext>
            </a:extLst>
          </p:cNvPr>
          <p:cNvSpPr/>
          <p:nvPr userDrawn="1"/>
        </p:nvSpPr>
        <p:spPr>
          <a:xfrm>
            <a:off x="4598288" y="4355639"/>
            <a:ext cx="3060398" cy="1979542"/>
          </a:xfrm>
          <a:prstGeom prst="rect">
            <a:avLst/>
          </a:prstGeom>
          <a:solidFill>
            <a:srgbClr val="5A18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3" name="Rectangle 32">
            <a:hlinkClick r:id="rId10" action="ppaction://hlinksldjump"/>
            <a:extLst>
              <a:ext uri="{FF2B5EF4-FFF2-40B4-BE49-F238E27FC236}">
                <a16:creationId xmlns:a16="http://schemas.microsoft.com/office/drawing/2014/main" id="{FD88BCBD-EFDD-2F82-F45A-9D6E0328579F}"/>
              </a:ext>
            </a:extLst>
          </p:cNvPr>
          <p:cNvSpPr/>
          <p:nvPr userDrawn="1"/>
        </p:nvSpPr>
        <p:spPr>
          <a:xfrm>
            <a:off x="8330535" y="4355639"/>
            <a:ext cx="3060398" cy="1979542"/>
          </a:xfrm>
          <a:prstGeom prst="rect">
            <a:avLst/>
          </a:prstGeom>
          <a:solidFill>
            <a:srgbClr val="992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095" y="1957154"/>
            <a:ext cx="3060398" cy="1979541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83524" y="1957155"/>
            <a:ext cx="3060398" cy="1979540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378" y="1957155"/>
            <a:ext cx="3060398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8658" y="4355640"/>
            <a:ext cx="3060398" cy="1968649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99082" y="4355641"/>
            <a:ext cx="3060398" cy="1968648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30535" y="4355641"/>
            <a:ext cx="3060398" cy="1968648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6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729BC08-939E-E59C-2D57-743EE26049D9}"/>
              </a:ext>
            </a:extLst>
          </p:cNvPr>
          <p:cNvSpPr txBox="1"/>
          <p:nvPr userDrawn="1"/>
        </p:nvSpPr>
        <p:spPr>
          <a:xfrm>
            <a:off x="523531" y="665790"/>
            <a:ext cx="3447325" cy="64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99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FBE5E9-382F-42F9-4CDC-33040CAB3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2200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_Sommaire titres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1D65652F-BDFD-1439-207F-FE0831C305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979" t="8156" r="-9527" b="9875"/>
          <a:stretch/>
        </p:blipFill>
        <p:spPr>
          <a:xfrm>
            <a:off x="3104586" y="-534262"/>
            <a:ext cx="5933371" cy="5526423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719CB40-EF6B-8A53-3956-8C256310B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388848"/>
            <a:ext cx="12191999" cy="2158500"/>
          </a:xfrm>
          <a:prstGeom prst="rect">
            <a:avLst/>
          </a:prstGeom>
        </p:spPr>
      </p:pic>
      <p:sp>
        <p:nvSpPr>
          <p:cNvPr id="28" name="Rectangle 27">
            <a:hlinkClick r:id="rId5" action="ppaction://hlinksldjump"/>
            <a:extLst>
              <a:ext uri="{FF2B5EF4-FFF2-40B4-BE49-F238E27FC236}">
                <a16:creationId xmlns:a16="http://schemas.microsoft.com/office/drawing/2014/main" id="{D655B055-06C6-AAF6-8D7F-D6CEE77341C4}"/>
              </a:ext>
            </a:extLst>
          </p:cNvPr>
          <p:cNvSpPr/>
          <p:nvPr userDrawn="1"/>
        </p:nvSpPr>
        <p:spPr>
          <a:xfrm>
            <a:off x="851099" y="1954719"/>
            <a:ext cx="3060398" cy="1979542"/>
          </a:xfrm>
          <a:prstGeom prst="rect">
            <a:avLst/>
          </a:prstGeom>
          <a:solidFill>
            <a:srgbClr val="A50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0" name="Rectangle 29">
            <a:hlinkClick r:id="rId6" action="ppaction://hlinksldjump"/>
            <a:extLst>
              <a:ext uri="{FF2B5EF4-FFF2-40B4-BE49-F238E27FC236}">
                <a16:creationId xmlns:a16="http://schemas.microsoft.com/office/drawing/2014/main" id="{9BB0C43A-BEE1-3781-C1A3-C1D730DA8223}"/>
              </a:ext>
            </a:extLst>
          </p:cNvPr>
          <p:cNvSpPr/>
          <p:nvPr userDrawn="1"/>
        </p:nvSpPr>
        <p:spPr>
          <a:xfrm>
            <a:off x="8323952" y="1957155"/>
            <a:ext cx="3060398" cy="1979542"/>
          </a:xfrm>
          <a:prstGeom prst="rect">
            <a:avLst/>
          </a:prstGeom>
          <a:solidFill>
            <a:srgbClr val="00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1" name="Rectangle 30">
            <a:hlinkClick r:id="rId7" action="ppaction://hlinksldjump"/>
            <a:extLst>
              <a:ext uri="{FF2B5EF4-FFF2-40B4-BE49-F238E27FC236}">
                <a16:creationId xmlns:a16="http://schemas.microsoft.com/office/drawing/2014/main" id="{A1302DE7-C748-A3D9-773F-4589733F9D44}"/>
              </a:ext>
            </a:extLst>
          </p:cNvPr>
          <p:cNvSpPr/>
          <p:nvPr userDrawn="1"/>
        </p:nvSpPr>
        <p:spPr>
          <a:xfrm>
            <a:off x="2644997" y="4344747"/>
            <a:ext cx="3060398" cy="1979542"/>
          </a:xfrm>
          <a:prstGeom prst="rect">
            <a:avLst/>
          </a:prstGeom>
          <a:solidFill>
            <a:srgbClr val="B34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9" name="Rectangle 28">
            <a:hlinkClick r:id="rId8" action="ppaction://hlinksldjump"/>
            <a:extLst>
              <a:ext uri="{FF2B5EF4-FFF2-40B4-BE49-F238E27FC236}">
                <a16:creationId xmlns:a16="http://schemas.microsoft.com/office/drawing/2014/main" id="{20353FD5-CC6C-0BF9-8DB6-A6DF33B9F0B5}"/>
              </a:ext>
            </a:extLst>
          </p:cNvPr>
          <p:cNvSpPr/>
          <p:nvPr userDrawn="1"/>
        </p:nvSpPr>
        <p:spPr>
          <a:xfrm>
            <a:off x="4582048" y="1957155"/>
            <a:ext cx="3060398" cy="1979542"/>
          </a:xfrm>
          <a:prstGeom prst="rect">
            <a:avLst/>
          </a:prstGeom>
          <a:solidFill>
            <a:srgbClr val="007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2" name="Rectangle 31">
            <a:hlinkClick r:id="rId9" action="ppaction://hlinksldjump"/>
            <a:extLst>
              <a:ext uri="{FF2B5EF4-FFF2-40B4-BE49-F238E27FC236}">
                <a16:creationId xmlns:a16="http://schemas.microsoft.com/office/drawing/2014/main" id="{3E47182C-7624-E6DC-C334-9C84D4714766}"/>
              </a:ext>
            </a:extLst>
          </p:cNvPr>
          <p:cNvSpPr/>
          <p:nvPr userDrawn="1"/>
        </p:nvSpPr>
        <p:spPr>
          <a:xfrm>
            <a:off x="6389661" y="4355639"/>
            <a:ext cx="3060398" cy="1979542"/>
          </a:xfrm>
          <a:prstGeom prst="rect">
            <a:avLst/>
          </a:prstGeom>
          <a:solidFill>
            <a:srgbClr val="5A18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095" y="1957151"/>
            <a:ext cx="3060398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8059" y="1959485"/>
            <a:ext cx="3060398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20023" y="1966157"/>
            <a:ext cx="3060398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9520" y="4356737"/>
            <a:ext cx="3060398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13" name="Espace réservé du texte 22">
            <a:extLst>
              <a:ext uri="{FF2B5EF4-FFF2-40B4-BE49-F238E27FC236}">
                <a16:creationId xmlns:a16="http://schemas.microsoft.com/office/drawing/2014/main" id="{400FD1F9-66DF-4713-B0A9-10A0E83023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455" y="4363766"/>
            <a:ext cx="3060398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5</a:t>
            </a:r>
            <a:endParaRPr lang="fr-FR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A31C8197-1CEE-E220-529E-25763491A6AD}"/>
              </a:ext>
            </a:extLst>
          </p:cNvPr>
          <p:cNvCxnSpPr>
            <a:cxnSpLocks/>
          </p:cNvCxnSpPr>
          <p:nvPr userDrawn="1"/>
        </p:nvCxnSpPr>
        <p:spPr>
          <a:xfrm>
            <a:off x="11441507" y="3429000"/>
            <a:ext cx="7921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7DB0708F-E886-DBB6-3CB0-CE45BF078E4C}"/>
              </a:ext>
            </a:extLst>
          </p:cNvPr>
          <p:cNvSpPr txBox="1"/>
          <p:nvPr userDrawn="1"/>
        </p:nvSpPr>
        <p:spPr>
          <a:xfrm>
            <a:off x="523531" y="665790"/>
            <a:ext cx="3447325" cy="64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99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B47379-92EA-54CC-609C-4CFAA782E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4826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;4_Sommaire titres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8229AA14-5D11-1BD9-A88F-010929A8AD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897" b="14673"/>
          <a:stretch/>
        </p:blipFill>
        <p:spPr>
          <a:xfrm>
            <a:off x="2471518" y="716866"/>
            <a:ext cx="8968478" cy="614113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719CB40-EF6B-8A53-3956-8C256310B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393609"/>
            <a:ext cx="12191999" cy="2158500"/>
          </a:xfrm>
          <a:prstGeom prst="rect">
            <a:avLst/>
          </a:prstGeom>
        </p:spPr>
      </p:pic>
      <p:sp>
        <p:nvSpPr>
          <p:cNvPr id="28" name="Rectangle 27">
            <a:hlinkClick r:id="rId5" action="ppaction://hlinksldjump"/>
            <a:extLst>
              <a:ext uri="{FF2B5EF4-FFF2-40B4-BE49-F238E27FC236}">
                <a16:creationId xmlns:a16="http://schemas.microsoft.com/office/drawing/2014/main" id="{D655B055-06C6-AAF6-8D7F-D6CEE77341C4}"/>
              </a:ext>
            </a:extLst>
          </p:cNvPr>
          <p:cNvSpPr/>
          <p:nvPr userDrawn="1"/>
        </p:nvSpPr>
        <p:spPr>
          <a:xfrm>
            <a:off x="752004" y="1957155"/>
            <a:ext cx="3060398" cy="1979542"/>
          </a:xfrm>
          <a:prstGeom prst="rect">
            <a:avLst/>
          </a:prstGeom>
          <a:solidFill>
            <a:srgbClr val="A50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9" name="Rectangle 28">
            <a:hlinkClick r:id="rId6" action="ppaction://hlinksldjump"/>
            <a:extLst>
              <a:ext uri="{FF2B5EF4-FFF2-40B4-BE49-F238E27FC236}">
                <a16:creationId xmlns:a16="http://schemas.microsoft.com/office/drawing/2014/main" id="{20353FD5-CC6C-0BF9-8DB6-A6DF33B9F0B5}"/>
              </a:ext>
            </a:extLst>
          </p:cNvPr>
          <p:cNvSpPr/>
          <p:nvPr userDrawn="1"/>
        </p:nvSpPr>
        <p:spPr>
          <a:xfrm>
            <a:off x="4497957" y="1957155"/>
            <a:ext cx="3060398" cy="1979542"/>
          </a:xfrm>
          <a:prstGeom prst="rect">
            <a:avLst/>
          </a:prstGeom>
          <a:solidFill>
            <a:srgbClr val="007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0" name="Rectangle 29">
            <a:hlinkClick r:id="rId7" action="ppaction://hlinksldjump"/>
            <a:extLst>
              <a:ext uri="{FF2B5EF4-FFF2-40B4-BE49-F238E27FC236}">
                <a16:creationId xmlns:a16="http://schemas.microsoft.com/office/drawing/2014/main" id="{9BB0C43A-BEE1-3781-C1A3-C1D730DA8223}"/>
              </a:ext>
            </a:extLst>
          </p:cNvPr>
          <p:cNvSpPr/>
          <p:nvPr userDrawn="1"/>
        </p:nvSpPr>
        <p:spPr>
          <a:xfrm>
            <a:off x="8243909" y="1957155"/>
            <a:ext cx="3060398" cy="1979542"/>
          </a:xfrm>
          <a:prstGeom prst="rect">
            <a:avLst/>
          </a:prstGeom>
          <a:solidFill>
            <a:srgbClr val="00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1" name="Rectangle 30">
            <a:hlinkClick r:id="rId8" action="ppaction://hlinksldjump"/>
            <a:extLst>
              <a:ext uri="{FF2B5EF4-FFF2-40B4-BE49-F238E27FC236}">
                <a16:creationId xmlns:a16="http://schemas.microsoft.com/office/drawing/2014/main" id="{A1302DE7-C748-A3D9-773F-4589733F9D44}"/>
              </a:ext>
            </a:extLst>
          </p:cNvPr>
          <p:cNvSpPr/>
          <p:nvPr userDrawn="1"/>
        </p:nvSpPr>
        <p:spPr>
          <a:xfrm>
            <a:off x="4504480" y="4365814"/>
            <a:ext cx="3060398" cy="1979542"/>
          </a:xfrm>
          <a:prstGeom prst="rect">
            <a:avLst/>
          </a:prstGeom>
          <a:solidFill>
            <a:srgbClr val="B34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2004" y="1961915"/>
            <a:ext cx="3060398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3968" y="1969993"/>
            <a:ext cx="3060398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5932" y="1966157"/>
            <a:ext cx="3060398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20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04480" y="4367297"/>
            <a:ext cx="3060398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4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66D3FEA-ED77-FEE0-447C-73ADF0F7DE19}"/>
              </a:ext>
            </a:extLst>
          </p:cNvPr>
          <p:cNvSpPr txBox="1"/>
          <p:nvPr userDrawn="1"/>
        </p:nvSpPr>
        <p:spPr>
          <a:xfrm>
            <a:off x="523531" y="665790"/>
            <a:ext cx="3447325" cy="64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99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19F51D6-4877-B745-BF35-11B4884E922D}"/>
              </a:ext>
            </a:extLst>
          </p:cNvPr>
          <p:cNvSpPr/>
          <p:nvPr userDrawn="1"/>
        </p:nvSpPr>
        <p:spPr>
          <a:xfrm>
            <a:off x="1190781" y="14286"/>
            <a:ext cx="676363" cy="3239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F6E3832D-4839-E4C6-B70E-5716CAB3A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4247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;5_Sommaire titre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7435C747-FB51-38E5-160D-3F1EA51EF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6968" b="33565"/>
          <a:stretch/>
        </p:blipFill>
        <p:spPr>
          <a:xfrm>
            <a:off x="228631" y="2451435"/>
            <a:ext cx="10795254" cy="4375449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719CB40-EF6B-8A53-3956-8C256310B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388847"/>
            <a:ext cx="12191999" cy="2158500"/>
          </a:xfrm>
          <a:prstGeom prst="rect">
            <a:avLst/>
          </a:prstGeom>
        </p:spPr>
      </p:pic>
      <p:sp>
        <p:nvSpPr>
          <p:cNvPr id="28" name="Rectangle 27">
            <a:hlinkClick r:id="rId5" action="ppaction://hlinksldjump"/>
            <a:extLst>
              <a:ext uri="{FF2B5EF4-FFF2-40B4-BE49-F238E27FC236}">
                <a16:creationId xmlns:a16="http://schemas.microsoft.com/office/drawing/2014/main" id="{D655B055-06C6-AAF6-8D7F-D6CEE77341C4}"/>
              </a:ext>
            </a:extLst>
          </p:cNvPr>
          <p:cNvSpPr/>
          <p:nvPr userDrawn="1"/>
        </p:nvSpPr>
        <p:spPr>
          <a:xfrm>
            <a:off x="752004" y="1957155"/>
            <a:ext cx="3060398" cy="1979542"/>
          </a:xfrm>
          <a:prstGeom prst="rect">
            <a:avLst/>
          </a:prstGeom>
          <a:solidFill>
            <a:srgbClr val="A50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29" name="Rectangle 28">
            <a:hlinkClick r:id="rId6" action="ppaction://hlinksldjump"/>
            <a:extLst>
              <a:ext uri="{FF2B5EF4-FFF2-40B4-BE49-F238E27FC236}">
                <a16:creationId xmlns:a16="http://schemas.microsoft.com/office/drawing/2014/main" id="{20353FD5-CC6C-0BF9-8DB6-A6DF33B9F0B5}"/>
              </a:ext>
            </a:extLst>
          </p:cNvPr>
          <p:cNvSpPr/>
          <p:nvPr userDrawn="1"/>
        </p:nvSpPr>
        <p:spPr>
          <a:xfrm>
            <a:off x="4497957" y="1957155"/>
            <a:ext cx="3060398" cy="1979542"/>
          </a:xfrm>
          <a:prstGeom prst="rect">
            <a:avLst/>
          </a:prstGeom>
          <a:solidFill>
            <a:srgbClr val="007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latin typeface="+mj-lt"/>
            </a:endParaRPr>
          </a:p>
        </p:txBody>
      </p:sp>
      <p:sp>
        <p:nvSpPr>
          <p:cNvPr id="30" name="Rectangle 29">
            <a:hlinkClick r:id="rId7" action="ppaction://hlinksldjump"/>
            <a:extLst>
              <a:ext uri="{FF2B5EF4-FFF2-40B4-BE49-F238E27FC236}">
                <a16:creationId xmlns:a16="http://schemas.microsoft.com/office/drawing/2014/main" id="{9BB0C43A-BEE1-3781-C1A3-C1D730DA8223}"/>
              </a:ext>
            </a:extLst>
          </p:cNvPr>
          <p:cNvSpPr/>
          <p:nvPr userDrawn="1"/>
        </p:nvSpPr>
        <p:spPr>
          <a:xfrm>
            <a:off x="8243909" y="1957155"/>
            <a:ext cx="3060398" cy="1979542"/>
          </a:xfrm>
          <a:prstGeom prst="rect">
            <a:avLst/>
          </a:prstGeom>
          <a:solidFill>
            <a:srgbClr val="0067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4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2004" y="1961915"/>
            <a:ext cx="3060398" cy="1979542"/>
          </a:xfrm>
        </p:spPr>
        <p:txBody>
          <a:bodyPr lIns="108000" tIns="108000" rIns="108000" bIns="108000" anchor="ctr" anchorCtr="0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 Kapitel 1</a:t>
            </a:r>
            <a:endParaRPr lang="fr-FR" dirty="0"/>
          </a:p>
        </p:txBody>
      </p:sp>
      <p:sp>
        <p:nvSpPr>
          <p:cNvPr id="16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93968" y="1959485"/>
            <a:ext cx="3060398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2</a:t>
            </a:r>
            <a:endParaRPr lang="fr-FR" dirty="0"/>
          </a:p>
        </p:txBody>
      </p:sp>
      <p:sp>
        <p:nvSpPr>
          <p:cNvPr id="18" name="Espace réservé du texte 27">
            <a:extLst>
              <a:ext uri="{FF2B5EF4-FFF2-40B4-BE49-F238E27FC236}">
                <a16:creationId xmlns:a16="http://schemas.microsoft.com/office/drawing/2014/main" id="{8D24CEB3-E094-4260-92F7-BAAC2AE4A4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5932" y="1966157"/>
            <a:ext cx="3060398" cy="1979542"/>
          </a:xfrm>
        </p:spPr>
        <p:txBody>
          <a:bodyPr lIns="108000" tIns="108000" rIns="108000" bIns="10800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Titel Kapitel 3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5597F9D-EACE-5144-0FD4-817FCAAAA794}"/>
              </a:ext>
            </a:extLst>
          </p:cNvPr>
          <p:cNvSpPr txBox="1"/>
          <p:nvPr userDrawn="1"/>
        </p:nvSpPr>
        <p:spPr>
          <a:xfrm>
            <a:off x="523531" y="665790"/>
            <a:ext cx="3447325" cy="64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599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80D885-ED33-92BD-BA52-AF9E1E498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302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604D006-319C-1DC7-3442-B43333800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47613"/>
            <a:ext cx="12192000" cy="2615435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46F63AD5-149A-97F1-DD65-8EA5F9F4E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9298" r="964"/>
          <a:stretch/>
        </p:blipFill>
        <p:spPr>
          <a:xfrm rot="16200000">
            <a:off x="8662187" y="5334139"/>
            <a:ext cx="1041400" cy="2127342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1A9EAA4-CF4F-070B-5907-479D8B55E6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157"/>
          <a:stretch>
            <a:fillRect/>
          </a:stretch>
        </p:blipFill>
        <p:spPr>
          <a:xfrm rot="21391624" flipH="1">
            <a:off x="9529677" y="1701321"/>
            <a:ext cx="2714626" cy="1644535"/>
          </a:xfrm>
          <a:custGeom>
            <a:avLst/>
            <a:gdLst>
              <a:gd name="connsiteX0" fmla="*/ 0 w 2714626"/>
              <a:gd name="connsiteY0" fmla="*/ 0 h 1644535"/>
              <a:gd name="connsiteX1" fmla="*/ 99804 w 2714626"/>
              <a:gd name="connsiteY1" fmla="*/ 1644535 h 1644535"/>
              <a:gd name="connsiteX2" fmla="*/ 2714626 w 2714626"/>
              <a:gd name="connsiteY2" fmla="*/ 1644535 h 1644535"/>
              <a:gd name="connsiteX3" fmla="*/ 2714626 w 2714626"/>
              <a:gd name="connsiteY3" fmla="*/ 0 h 164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26" h="1644535">
                <a:moveTo>
                  <a:pt x="0" y="0"/>
                </a:moveTo>
                <a:lnTo>
                  <a:pt x="99804" y="1644535"/>
                </a:lnTo>
                <a:lnTo>
                  <a:pt x="2714626" y="1644535"/>
                </a:lnTo>
                <a:lnTo>
                  <a:pt x="2714626" y="0"/>
                </a:lnTo>
                <a:close/>
              </a:path>
            </a:pathLst>
          </a:cu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F42EABF-CEF8-A20E-56EE-8B17D8F7E3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91935" y="3537598"/>
            <a:ext cx="3086531" cy="1981477"/>
          </a:xfrm>
          <a:prstGeom prst="rect">
            <a:avLst/>
          </a:prstGeom>
        </p:spPr>
      </p:pic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6C12F2F1-48C8-C79F-8DEF-125C71C49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7C8E9-5E41-3E75-7AB7-CFA007E51885}"/>
              </a:ext>
            </a:extLst>
          </p:cNvPr>
          <p:cNvSpPr txBox="1"/>
          <p:nvPr userDrawn="1"/>
        </p:nvSpPr>
        <p:spPr>
          <a:xfrm>
            <a:off x="691935" y="6397810"/>
            <a:ext cx="61098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Gender Disclaimer</a:t>
            </a:r>
            <a:endParaRPr lang="de-DE" sz="1600" dirty="0">
              <a:solidFill>
                <a:schemeClr val="tx1"/>
              </a:solidFill>
            </a:endParaRPr>
          </a:p>
          <a:p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88A5FA4-18EA-6946-3D94-552B200D9704}"/>
              </a:ext>
            </a:extLst>
          </p:cNvPr>
          <p:cNvSpPr txBox="1"/>
          <p:nvPr userDrawn="1"/>
        </p:nvSpPr>
        <p:spPr>
          <a:xfrm>
            <a:off x="4435763" y="3762880"/>
            <a:ext cx="6100618" cy="218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500" b="1" dirty="0">
                <a:effectLst/>
                <a:latin typeface="+mn-lt"/>
              </a:rPr>
              <a:t>© Rainer Sawitzki </a:t>
            </a:r>
            <a:r>
              <a:rPr lang="de-DE" sz="1500" b="1" dirty="0" err="1">
                <a:effectLst/>
                <a:latin typeface="+mn-lt"/>
              </a:rPr>
              <a:t>Javacream</a:t>
            </a:r>
            <a:r>
              <a:rPr lang="de-DE" sz="1500" b="1" dirty="0">
                <a:effectLst/>
                <a:latin typeface="+mn-lt"/>
              </a:rPr>
              <a:t> für </a:t>
            </a:r>
            <a:r>
              <a:rPr lang="de-DE" sz="1500" b="1" dirty="0">
                <a:solidFill>
                  <a:schemeClr val="tx1"/>
                </a:solidFill>
                <a:effectLst/>
                <a:latin typeface="+mn-lt"/>
              </a:rPr>
              <a:t>Cegos Integrata GmbH </a:t>
            </a:r>
            <a:br>
              <a:rPr lang="de-DE" sz="1500" dirty="0">
                <a:effectLst/>
                <a:latin typeface="+mn-lt"/>
              </a:rPr>
            </a:br>
            <a:endParaRPr lang="de-DE" sz="1500" dirty="0">
              <a:effectLst/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Cegos Integrata GmbH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DOC 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Löffelstr. 40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70597 Stuttgart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400" dirty="0">
              <a:solidFill>
                <a:schemeClr val="bg1">
                  <a:lumMod val="50000"/>
                </a:schemeClr>
              </a:solidFill>
              <a:effectLst/>
              <a:latin typeface="+mn-lt"/>
            </a:endParaRPr>
          </a:p>
          <a:p>
            <a:pPr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 sz="1400" dirty="0">
                <a:effectLst/>
                <a:latin typeface="+mn-lt"/>
              </a:rPr>
            </a:br>
            <a:endParaRPr lang="de-DE" sz="1400" dirty="0">
              <a:effectLst/>
              <a:latin typeface="+mn-lt"/>
            </a:endParaRPr>
          </a:p>
          <a:p>
            <a:pPr>
              <a:lnSpc>
                <a:spcPct val="50000"/>
              </a:lnSpc>
              <a:buNone/>
            </a:pPr>
            <a:r>
              <a:rPr lang="de-DE" sz="14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Alle Rechte, einschließlich derjenigen des auszugsweisen Abdrucks, der </a:t>
            </a:r>
            <a:br>
              <a:rPr lang="de-DE" sz="14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</a:br>
            <a:endParaRPr lang="de-DE" sz="1400" dirty="0">
              <a:solidFill>
                <a:schemeClr val="bg1">
                  <a:lumMod val="50000"/>
                </a:schemeClr>
              </a:solidFill>
              <a:effectLst/>
              <a:latin typeface="+mn-lt"/>
            </a:endParaRPr>
          </a:p>
          <a:p>
            <a:pPr>
              <a:lnSpc>
                <a:spcPct val="50000"/>
              </a:lnSpc>
              <a:buNone/>
            </a:pPr>
            <a:r>
              <a:rPr lang="de-DE" sz="14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fotomechanischen und elektronischen Wiedergabe vorbehalten</a:t>
            </a:r>
            <a:r>
              <a:rPr lang="de-DE" sz="1400" dirty="0">
                <a:effectLst/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1424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604D006-319C-1DC7-3442-B43333800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47613"/>
            <a:ext cx="12192000" cy="2615435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46F63AD5-149A-97F1-DD65-8EA5F9F4E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9298" r="964"/>
          <a:stretch/>
        </p:blipFill>
        <p:spPr>
          <a:xfrm rot="16200000">
            <a:off x="8422042" y="5273630"/>
            <a:ext cx="1041400" cy="2127342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1A9EAA4-CF4F-070B-5907-479D8B55E6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157"/>
          <a:stretch>
            <a:fillRect/>
          </a:stretch>
        </p:blipFill>
        <p:spPr>
          <a:xfrm rot="21391624" flipH="1">
            <a:off x="9529677" y="1701321"/>
            <a:ext cx="2714626" cy="1644535"/>
          </a:xfrm>
          <a:custGeom>
            <a:avLst/>
            <a:gdLst>
              <a:gd name="connsiteX0" fmla="*/ 0 w 2714626"/>
              <a:gd name="connsiteY0" fmla="*/ 0 h 1644535"/>
              <a:gd name="connsiteX1" fmla="*/ 99804 w 2714626"/>
              <a:gd name="connsiteY1" fmla="*/ 1644535 h 1644535"/>
              <a:gd name="connsiteX2" fmla="*/ 2714626 w 2714626"/>
              <a:gd name="connsiteY2" fmla="*/ 1644535 h 1644535"/>
              <a:gd name="connsiteX3" fmla="*/ 2714626 w 2714626"/>
              <a:gd name="connsiteY3" fmla="*/ 0 h 164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26" h="1644535">
                <a:moveTo>
                  <a:pt x="0" y="0"/>
                </a:moveTo>
                <a:lnTo>
                  <a:pt x="99804" y="1644535"/>
                </a:lnTo>
                <a:lnTo>
                  <a:pt x="2714626" y="1644535"/>
                </a:lnTo>
                <a:lnTo>
                  <a:pt x="2714626" y="0"/>
                </a:lnTo>
                <a:close/>
              </a:path>
            </a:pathLst>
          </a:custGeom>
        </p:spPr>
      </p:pic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6C12F2F1-48C8-C79F-8DEF-125C71C49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A757EF0-62FB-235F-F696-BCEF2240D12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81097" y="3355365"/>
            <a:ext cx="11229805" cy="229229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CFEA72E-833C-54B2-9056-0DB7227F7798}"/>
              </a:ext>
            </a:extLst>
          </p:cNvPr>
          <p:cNvSpPr txBox="1"/>
          <p:nvPr userDrawn="1"/>
        </p:nvSpPr>
        <p:spPr>
          <a:xfrm>
            <a:off x="691935" y="6397810"/>
            <a:ext cx="61098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Gender Disclaimer</a:t>
            </a:r>
            <a:endParaRPr lang="de-DE" sz="1600" dirty="0">
              <a:solidFill>
                <a:schemeClr val="tx1"/>
              </a:solidFill>
            </a:endParaRPr>
          </a:p>
          <a:p>
            <a:endParaRPr lang="de-DE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72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&amp;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9D655-4236-BD32-6B21-81519DF5E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581EE0-B288-26FE-0F01-A2C6A658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7A034BA3-7748-800C-8DD5-EA4F127E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8697" y="826023"/>
            <a:ext cx="7631717" cy="5491705"/>
          </a:xfrm>
          <a:prstGeom prst="rect">
            <a:avLst/>
          </a:prstGeom>
        </p:spPr>
        <p:txBody>
          <a:bodyPr vert="horz" lIns="0" tIns="7200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fr-FR" dirty="0"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58F910CD-DE31-923A-BDF0-EF63212B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141439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pic>
        <p:nvPicPr>
          <p:cNvPr id="10" name="Graphique 19">
            <a:extLst>
              <a:ext uri="{FF2B5EF4-FFF2-40B4-BE49-F238E27FC236}">
                <a16:creationId xmlns:a16="http://schemas.microsoft.com/office/drawing/2014/main" id="{2F08121F-53CA-BB7D-966D-048FD01EA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51"/>
          <a:stretch/>
        </p:blipFill>
        <p:spPr>
          <a:xfrm flipH="1">
            <a:off x="587452" y="2189950"/>
            <a:ext cx="2600664" cy="46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3941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6C69603-885A-FD00-4CC0-8F704E503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1934DD-36B5-0507-5F75-DF6C930F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  <p:sp>
        <p:nvSpPr>
          <p:cNvPr id="5" name="Espace réservé du titre 1">
            <a:extLst>
              <a:ext uri="{FF2B5EF4-FFF2-40B4-BE49-F238E27FC236}">
                <a16:creationId xmlns:a16="http://schemas.microsoft.com/office/drawing/2014/main" id="{7A468233-DFF8-FEB0-686D-4761D916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141439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pic>
        <p:nvPicPr>
          <p:cNvPr id="6" name="Graphique 19">
            <a:extLst>
              <a:ext uri="{FF2B5EF4-FFF2-40B4-BE49-F238E27FC236}">
                <a16:creationId xmlns:a16="http://schemas.microsoft.com/office/drawing/2014/main" id="{7DF389D0-DC50-EB08-E2D3-9FD60AA60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1451"/>
          <a:stretch/>
        </p:blipFill>
        <p:spPr>
          <a:xfrm flipH="1">
            <a:off x="587452" y="2189950"/>
            <a:ext cx="2600664" cy="46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083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6">
            <a:extLst>
              <a:ext uri="{FF2B5EF4-FFF2-40B4-BE49-F238E27FC236}">
                <a16:creationId xmlns:a16="http://schemas.microsoft.com/office/drawing/2014/main" id="{51D3F936-2AE6-929A-22AA-177B793BA6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70"/>
          <a:stretch/>
        </p:blipFill>
        <p:spPr>
          <a:xfrm>
            <a:off x="0" y="237818"/>
            <a:ext cx="11893811" cy="6411888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7B5317-07CA-1F63-E5F3-982C413D2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170FA4-30E3-56C7-B579-B168E13D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83C7507-140F-FD95-AC2C-DCB026D1C5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78" y="801502"/>
            <a:ext cx="11296534" cy="575867"/>
          </a:xfrm>
          <a:solidFill>
            <a:schemeClr val="bg1"/>
          </a:solidFill>
        </p:spPr>
        <p:txBody>
          <a:bodyPr bIns="108000" anchor="ctr">
            <a:normAutofit/>
          </a:bodyPr>
          <a:lstStyle>
            <a:lvl1pPr algn="l" defTabSz="91421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30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/>
              <a:t>Ändern Sie hier den Titel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515565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CC275F-9EE1-4238-D9E4-45238A27E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758DFE-8BD7-B3E7-C5DF-97693FD8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63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4.xml"/><Relationship Id="rId13" Type="http://schemas.openxmlformats.org/officeDocument/2006/relationships/image" Target="../media/image45.png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2.xml"/><Relationship Id="rId12" Type="http://schemas.openxmlformats.org/officeDocument/2006/relationships/image" Target="../media/image44.svg"/><Relationship Id="rId17" Type="http://schemas.openxmlformats.org/officeDocument/2006/relationships/image" Target="../media/image48.svg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43.png"/><Relationship Id="rId5" Type="http://schemas.openxmlformats.org/officeDocument/2006/relationships/slideLayout" Target="../slideLayouts/slideLayout24.xml"/><Relationship Id="rId15" Type="http://schemas.openxmlformats.org/officeDocument/2006/relationships/slide" Target="../slides/slide10.xml"/><Relationship Id="rId10" Type="http://schemas.openxmlformats.org/officeDocument/2006/relationships/image" Target="../media/image42.svg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41.png"/><Relationship Id="rId14" Type="http://schemas.openxmlformats.org/officeDocument/2006/relationships/image" Target="../media/image46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" Target="../slides/slide4.xml"/><Relationship Id="rId13" Type="http://schemas.openxmlformats.org/officeDocument/2006/relationships/image" Target="../media/image61.png"/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3.xml"/><Relationship Id="rId12" Type="http://schemas.openxmlformats.org/officeDocument/2006/relationships/image" Target="../media/image60.svg"/><Relationship Id="rId17" Type="http://schemas.openxmlformats.org/officeDocument/2006/relationships/image" Target="../media/image64.svg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image" Target="../media/image59.png"/><Relationship Id="rId5" Type="http://schemas.openxmlformats.org/officeDocument/2006/relationships/slideLayout" Target="../slideLayouts/slideLayout30.xml"/><Relationship Id="rId15" Type="http://schemas.openxmlformats.org/officeDocument/2006/relationships/slide" Target="../slides/slide16.xml"/><Relationship Id="rId10" Type="http://schemas.openxmlformats.org/officeDocument/2006/relationships/image" Target="../media/image42.svg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41.png"/><Relationship Id="rId14" Type="http://schemas.openxmlformats.org/officeDocument/2006/relationships/image" Target="../media/image6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78.svg"/><Relationship Id="rId3" Type="http://schemas.openxmlformats.org/officeDocument/2006/relationships/slideLayout" Target="../slideLayouts/slideLayout34.xml"/><Relationship Id="rId7" Type="http://schemas.openxmlformats.org/officeDocument/2006/relationships/slide" Target="../slides/slide4.xml"/><Relationship Id="rId12" Type="http://schemas.openxmlformats.org/officeDocument/2006/relationships/image" Target="../media/image77.png"/><Relationship Id="rId2" Type="http://schemas.openxmlformats.org/officeDocument/2006/relationships/slideLayout" Target="../slideLayouts/slideLayout33.xml"/><Relationship Id="rId16" Type="http://schemas.openxmlformats.org/officeDocument/2006/relationships/image" Target="../media/image80.svg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4.xml"/><Relationship Id="rId11" Type="http://schemas.openxmlformats.org/officeDocument/2006/relationships/image" Target="../media/image76.svg"/><Relationship Id="rId5" Type="http://schemas.openxmlformats.org/officeDocument/2006/relationships/slideLayout" Target="../slideLayouts/slideLayout36.xml"/><Relationship Id="rId15" Type="http://schemas.openxmlformats.org/officeDocument/2006/relationships/image" Target="../media/image79.png"/><Relationship Id="rId10" Type="http://schemas.openxmlformats.org/officeDocument/2006/relationships/image" Target="../media/image75.png"/><Relationship Id="rId4" Type="http://schemas.openxmlformats.org/officeDocument/2006/relationships/slideLayout" Target="../slideLayouts/slideLayout35.xml"/><Relationship Id="rId9" Type="http://schemas.openxmlformats.org/officeDocument/2006/relationships/image" Target="../media/image42.svg"/><Relationship Id="rId14" Type="http://schemas.openxmlformats.org/officeDocument/2006/relationships/slide" Target="../slides/slide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90.svg"/><Relationship Id="rId3" Type="http://schemas.openxmlformats.org/officeDocument/2006/relationships/slideLayout" Target="../slideLayouts/slideLayout39.xml"/><Relationship Id="rId7" Type="http://schemas.openxmlformats.org/officeDocument/2006/relationships/slide" Target="../slides/slide4.xml"/><Relationship Id="rId12" Type="http://schemas.openxmlformats.org/officeDocument/2006/relationships/image" Target="../media/image89.png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92.svg"/><Relationship Id="rId1" Type="http://schemas.openxmlformats.org/officeDocument/2006/relationships/slideLayout" Target="../slideLayouts/slideLayout37.xml"/><Relationship Id="rId6" Type="http://schemas.openxmlformats.org/officeDocument/2006/relationships/theme" Target="../theme/theme5.xml"/><Relationship Id="rId11" Type="http://schemas.openxmlformats.org/officeDocument/2006/relationships/image" Target="../media/image88.svg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91.png"/><Relationship Id="rId10" Type="http://schemas.openxmlformats.org/officeDocument/2006/relationships/image" Target="../media/image87.png"/><Relationship Id="rId4" Type="http://schemas.openxmlformats.org/officeDocument/2006/relationships/slideLayout" Target="../slideLayouts/slideLayout40.xml"/><Relationship Id="rId9" Type="http://schemas.openxmlformats.org/officeDocument/2006/relationships/image" Target="../media/image42.svg"/><Relationship Id="rId14" Type="http://schemas.openxmlformats.org/officeDocument/2006/relationships/slide" Target="../slides/slide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02.svg"/><Relationship Id="rId3" Type="http://schemas.openxmlformats.org/officeDocument/2006/relationships/slideLayout" Target="../slideLayouts/slideLayout44.xml"/><Relationship Id="rId7" Type="http://schemas.openxmlformats.org/officeDocument/2006/relationships/slide" Target="../slides/slide4.xml"/><Relationship Id="rId12" Type="http://schemas.openxmlformats.org/officeDocument/2006/relationships/image" Target="../media/image101.png"/><Relationship Id="rId2" Type="http://schemas.openxmlformats.org/officeDocument/2006/relationships/slideLayout" Target="../slideLayouts/slideLayout43.xml"/><Relationship Id="rId16" Type="http://schemas.openxmlformats.org/officeDocument/2006/relationships/image" Target="../media/image104.svg"/><Relationship Id="rId1" Type="http://schemas.openxmlformats.org/officeDocument/2006/relationships/slideLayout" Target="../slideLayouts/slideLayout42.xml"/><Relationship Id="rId6" Type="http://schemas.openxmlformats.org/officeDocument/2006/relationships/theme" Target="../theme/theme6.xml"/><Relationship Id="rId11" Type="http://schemas.openxmlformats.org/officeDocument/2006/relationships/image" Target="../media/image100.svg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03.png"/><Relationship Id="rId10" Type="http://schemas.openxmlformats.org/officeDocument/2006/relationships/image" Target="../media/image99.png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42.svg"/><Relationship Id="rId14" Type="http://schemas.openxmlformats.org/officeDocument/2006/relationships/slide" Target="../slides/slide3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14.svg"/><Relationship Id="rId3" Type="http://schemas.openxmlformats.org/officeDocument/2006/relationships/slideLayout" Target="../slideLayouts/slideLayout49.xml"/><Relationship Id="rId7" Type="http://schemas.openxmlformats.org/officeDocument/2006/relationships/slide" Target="../slides/slide4.xml"/><Relationship Id="rId12" Type="http://schemas.openxmlformats.org/officeDocument/2006/relationships/image" Target="../media/image113.png"/><Relationship Id="rId2" Type="http://schemas.openxmlformats.org/officeDocument/2006/relationships/slideLayout" Target="../slideLayouts/slideLayout48.xml"/><Relationship Id="rId16" Type="http://schemas.openxmlformats.org/officeDocument/2006/relationships/image" Target="../media/image116.svg"/><Relationship Id="rId1" Type="http://schemas.openxmlformats.org/officeDocument/2006/relationships/slideLayout" Target="../slideLayouts/slideLayout47.xml"/><Relationship Id="rId6" Type="http://schemas.openxmlformats.org/officeDocument/2006/relationships/theme" Target="../theme/theme7.xml"/><Relationship Id="rId11" Type="http://schemas.openxmlformats.org/officeDocument/2006/relationships/image" Target="../media/image112.svg"/><Relationship Id="rId5" Type="http://schemas.openxmlformats.org/officeDocument/2006/relationships/slideLayout" Target="../slideLayouts/slideLayout51.xml"/><Relationship Id="rId15" Type="http://schemas.openxmlformats.org/officeDocument/2006/relationships/image" Target="../media/image115.png"/><Relationship Id="rId10" Type="http://schemas.openxmlformats.org/officeDocument/2006/relationships/image" Target="../media/image111.png"/><Relationship Id="rId4" Type="http://schemas.openxmlformats.org/officeDocument/2006/relationships/slideLayout" Target="../slideLayouts/slideLayout50.xml"/><Relationship Id="rId9" Type="http://schemas.openxmlformats.org/officeDocument/2006/relationships/image" Target="../media/image42.svg"/><Relationship Id="rId14" Type="http://schemas.openxmlformats.org/officeDocument/2006/relationships/slide" Target="../slides/slide3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26.svg"/><Relationship Id="rId3" Type="http://schemas.openxmlformats.org/officeDocument/2006/relationships/slideLayout" Target="../slideLayouts/slideLayout54.xml"/><Relationship Id="rId7" Type="http://schemas.openxmlformats.org/officeDocument/2006/relationships/slide" Target="../slides/slide4.xml"/><Relationship Id="rId12" Type="http://schemas.openxmlformats.org/officeDocument/2006/relationships/image" Target="../media/image125.png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128.svg"/><Relationship Id="rId1" Type="http://schemas.openxmlformats.org/officeDocument/2006/relationships/slideLayout" Target="../slideLayouts/slideLayout52.xml"/><Relationship Id="rId6" Type="http://schemas.openxmlformats.org/officeDocument/2006/relationships/theme" Target="../theme/theme8.xml"/><Relationship Id="rId11" Type="http://schemas.openxmlformats.org/officeDocument/2006/relationships/image" Target="../media/image124.svg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127.png"/><Relationship Id="rId10" Type="http://schemas.openxmlformats.org/officeDocument/2006/relationships/image" Target="../media/image123.png"/><Relationship Id="rId4" Type="http://schemas.openxmlformats.org/officeDocument/2006/relationships/slideLayout" Target="../slideLayouts/slideLayout55.xml"/><Relationship Id="rId9" Type="http://schemas.openxmlformats.org/officeDocument/2006/relationships/image" Target="../media/image42.svg"/><Relationship Id="rId14" Type="http://schemas.openxmlformats.org/officeDocument/2006/relationships/slide" Target="../slides/slide4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38.svg"/><Relationship Id="rId3" Type="http://schemas.openxmlformats.org/officeDocument/2006/relationships/slideLayout" Target="../slideLayouts/slideLayout59.xml"/><Relationship Id="rId7" Type="http://schemas.openxmlformats.org/officeDocument/2006/relationships/slide" Target="../slides/slide4.xml"/><Relationship Id="rId12" Type="http://schemas.openxmlformats.org/officeDocument/2006/relationships/image" Target="../media/image137.png"/><Relationship Id="rId2" Type="http://schemas.openxmlformats.org/officeDocument/2006/relationships/slideLayout" Target="../slideLayouts/slideLayout58.xml"/><Relationship Id="rId16" Type="http://schemas.openxmlformats.org/officeDocument/2006/relationships/image" Target="../media/image140.svg"/><Relationship Id="rId1" Type="http://schemas.openxmlformats.org/officeDocument/2006/relationships/slideLayout" Target="../slideLayouts/slideLayout57.xml"/><Relationship Id="rId6" Type="http://schemas.openxmlformats.org/officeDocument/2006/relationships/theme" Target="../theme/theme9.xml"/><Relationship Id="rId11" Type="http://schemas.openxmlformats.org/officeDocument/2006/relationships/image" Target="../media/image136.svg"/><Relationship Id="rId5" Type="http://schemas.openxmlformats.org/officeDocument/2006/relationships/slideLayout" Target="../slideLayouts/slideLayout61.xml"/><Relationship Id="rId15" Type="http://schemas.openxmlformats.org/officeDocument/2006/relationships/image" Target="../media/image139.png"/><Relationship Id="rId10" Type="http://schemas.openxmlformats.org/officeDocument/2006/relationships/image" Target="../media/image135.png"/><Relationship Id="rId4" Type="http://schemas.openxmlformats.org/officeDocument/2006/relationships/slideLayout" Target="../slideLayouts/slideLayout60.xml"/><Relationship Id="rId9" Type="http://schemas.openxmlformats.org/officeDocument/2006/relationships/image" Target="../media/image42.svg"/><Relationship Id="rId14" Type="http://schemas.openxmlformats.org/officeDocument/2006/relationships/slide" Target="../slides/slide4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78.svg"/><Relationship Id="rId3" Type="http://schemas.openxmlformats.org/officeDocument/2006/relationships/slideLayout" Target="../slideLayouts/slideLayout64.xml"/><Relationship Id="rId7" Type="http://schemas.openxmlformats.org/officeDocument/2006/relationships/slide" Target="../slides/slide4.xml"/><Relationship Id="rId12" Type="http://schemas.openxmlformats.org/officeDocument/2006/relationships/image" Target="../media/image77.png"/><Relationship Id="rId2" Type="http://schemas.openxmlformats.org/officeDocument/2006/relationships/slideLayout" Target="../slideLayouts/slideLayout63.xml"/><Relationship Id="rId16" Type="http://schemas.openxmlformats.org/officeDocument/2006/relationships/image" Target="../media/image80.svg"/><Relationship Id="rId1" Type="http://schemas.openxmlformats.org/officeDocument/2006/relationships/slideLayout" Target="../slideLayouts/slideLayout62.xml"/><Relationship Id="rId6" Type="http://schemas.openxmlformats.org/officeDocument/2006/relationships/theme" Target="../theme/theme10.xml"/><Relationship Id="rId11" Type="http://schemas.openxmlformats.org/officeDocument/2006/relationships/image" Target="../media/image76.svg"/><Relationship Id="rId5" Type="http://schemas.openxmlformats.org/officeDocument/2006/relationships/slideLayout" Target="../slideLayouts/slideLayout66.xml"/><Relationship Id="rId15" Type="http://schemas.openxmlformats.org/officeDocument/2006/relationships/image" Target="../media/image79.png"/><Relationship Id="rId10" Type="http://schemas.openxmlformats.org/officeDocument/2006/relationships/image" Target="../media/image75.png"/><Relationship Id="rId4" Type="http://schemas.openxmlformats.org/officeDocument/2006/relationships/slideLayout" Target="../slideLayouts/slideLayout65.xml"/><Relationship Id="rId9" Type="http://schemas.openxmlformats.org/officeDocument/2006/relationships/image" Target="../media/image148.svg"/><Relationship Id="rId14" Type="http://schemas.openxmlformats.org/officeDocument/2006/relationships/slide" Target="../slides/slide5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78.svg"/><Relationship Id="rId3" Type="http://schemas.openxmlformats.org/officeDocument/2006/relationships/slideLayout" Target="../slideLayouts/slideLayout69.xml"/><Relationship Id="rId7" Type="http://schemas.openxmlformats.org/officeDocument/2006/relationships/slide" Target="../slides/slide4.xml"/><Relationship Id="rId12" Type="http://schemas.openxmlformats.org/officeDocument/2006/relationships/image" Target="../media/image77.pn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80.svg"/><Relationship Id="rId1" Type="http://schemas.openxmlformats.org/officeDocument/2006/relationships/slideLayout" Target="../slideLayouts/slideLayout67.xml"/><Relationship Id="rId6" Type="http://schemas.openxmlformats.org/officeDocument/2006/relationships/theme" Target="../theme/theme11.xml"/><Relationship Id="rId11" Type="http://schemas.openxmlformats.org/officeDocument/2006/relationships/image" Target="../media/image76.svg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79.png"/><Relationship Id="rId10" Type="http://schemas.openxmlformats.org/officeDocument/2006/relationships/image" Target="../media/image75.png"/><Relationship Id="rId4" Type="http://schemas.openxmlformats.org/officeDocument/2006/relationships/slideLayout" Target="../slideLayouts/slideLayout70.xml"/><Relationship Id="rId9" Type="http://schemas.openxmlformats.org/officeDocument/2006/relationships/image" Target="../media/image156.svg"/><Relationship Id="rId14" Type="http://schemas.openxmlformats.org/officeDocument/2006/relationships/slide" Target="../slides/slide57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74.xml"/><Relationship Id="rId21" Type="http://schemas.openxmlformats.org/officeDocument/2006/relationships/image" Target="../media/image4.svg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17" Type="http://schemas.openxmlformats.org/officeDocument/2006/relationships/theme" Target="../theme/theme12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1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68698" y="826025"/>
            <a:ext cx="7631717" cy="5491705"/>
          </a:xfrm>
          <a:prstGeom prst="rect">
            <a:avLst/>
          </a:prstGeom>
        </p:spPr>
        <p:txBody>
          <a:bodyPr vert="horz" lIns="0" tIns="72000" rIns="0" bIns="0" rtlCol="0">
            <a:normAutofit/>
          </a:bodyPr>
          <a:lstStyle/>
          <a:p>
            <a:pPr lvl="0"/>
            <a:r>
              <a:rPr lang="fr-FR" dirty="0"/>
              <a:t>Stile des Maskentextes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14" name="Triangle isocèle 13">
            <a:hlinkClick r:id="" action="ppaction://hlinkshowjump?jump=nextslide"/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16" name="Triangle isocèle 15">
            <a:hlinkClick r:id="" action="ppaction://hlinkshowjump?jump=previousslide"/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203204-27F4-43D4-AACF-05FC9DF3C43E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46416E9-CB84-AC56-5FC7-8335283B7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ADFE8C-F868-4F38-24E8-6B7C1C80927E}"/>
              </a:ext>
            </a:extLst>
          </p:cNvPr>
          <p:cNvSpPr/>
          <p:nvPr/>
        </p:nvSpPr>
        <p:spPr>
          <a:xfrm>
            <a:off x="2" y="-3093"/>
            <a:ext cx="12201527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33" name="Graphique 3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7295181-291C-4639-F223-C149029D97FB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34" name="Graphique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EFAB252-0810-7BDF-B962-1E14E734C806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0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3" r:id="rId19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7838" indent="-267838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rgbClr val="62003B"/>
        </a:buClr>
        <a:buSzPct val="65000"/>
        <a:buFont typeface="Arial" panose="020B0604020202020204" pitchFamily="34" charset="0"/>
        <a:buChar char="▬"/>
        <a:tabLst>
          <a:tab pos="267838" algn="l"/>
        </a:tabLst>
        <a:defRPr sz="194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04732" indent="-14403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rgbClr val="62003B"/>
        </a:buClr>
        <a:buSzPct val="70000"/>
        <a:buFont typeface="Arial" panose="020B0604020202020204" pitchFamily="34" charset="0"/>
        <a:buChar char="►"/>
        <a:tabLst>
          <a:tab pos="402351" algn="l"/>
        </a:tabLst>
        <a:defRPr sz="14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53389" indent="-134973" algn="l" defTabSz="685663" rtl="0" eaLnBrk="1" latinLnBrk="0" hangingPunct="1">
        <a:lnSpc>
          <a:spcPct val="100000"/>
        </a:lnSpc>
        <a:spcBef>
          <a:spcPts val="450"/>
        </a:spcBef>
        <a:buClr>
          <a:srgbClr val="62003B"/>
        </a:buClr>
        <a:buSzPct val="95000"/>
        <a:buFont typeface="Wingdings" panose="05000000000000000000" pitchFamily="2" charset="2"/>
        <a:buChar char="§"/>
        <a:tabLst>
          <a:tab pos="536865" algn="l"/>
        </a:tabLst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88362" indent="-134973" algn="l" defTabSz="685663" rtl="0" eaLnBrk="1" latinLnBrk="0" hangingPunct="1">
        <a:lnSpc>
          <a:spcPct val="100000"/>
        </a:lnSpc>
        <a:spcBef>
          <a:spcPts val="450"/>
        </a:spcBef>
        <a:buClr>
          <a:srgbClr val="62003B"/>
        </a:buClr>
        <a:buSzPct val="95000"/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rgbClr val="62003B"/>
        </a:buClr>
        <a:buFont typeface="Wingdings" panose="05000000000000000000" pitchFamily="2" charset="2"/>
        <a:buChar char="§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98" userDrawn="1">
          <p15:clr>
            <a:srgbClr val="F26B43"/>
          </p15:clr>
        </p15:guide>
        <p15:guide id="8" pos="5120" userDrawn="1">
          <p15:clr>
            <a:srgbClr val="F26B43"/>
          </p15:clr>
        </p15:guide>
        <p15:guide id="9" pos="493" userDrawn="1">
          <p15:clr>
            <a:srgbClr val="F26B43"/>
          </p15:clr>
        </p15:guide>
        <p15:guide id="10" orient="horz" pos="2297" userDrawn="1">
          <p15:clr>
            <a:srgbClr val="F26B43"/>
          </p15:clr>
        </p15:guide>
        <p15:guide id="11" pos="34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8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325" y="5973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5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CB1B33EA-2EA0-5472-2DDB-A0A5EFD7D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F0EE0B6E-74C1-BF01-A96B-4E405E6E8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52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bg2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bg2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bg2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8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5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06CDDC8E-861B-9D71-D656-B049340C1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4040EAE3-CF99-B120-3388-C26FCA3AA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91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tx2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tx2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tx2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tx2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7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4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3739CA3-AD2B-EA86-09E5-DD921CB4C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279CCA45-D95F-9CAC-4088-B3FEB6B61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600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accent1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accent1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accent1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accent1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7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4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8B1B0A6D-B107-28F3-2CBD-C21098360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25503DBD-FF22-51E6-E66D-A72CF4FC2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9032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accent2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accent2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accent2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accent2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accent2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7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4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EE93BF21-CA81-0AB4-2111-307FA36B1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19B9068C-034B-6FEB-C520-8C62EAA3E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596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accent3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accent3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accent3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accent3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accent3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7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4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33BC6960-1965-FC07-0BFB-EF342FEFF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1D2EB97F-0239-2F8A-C1FB-F9A082E39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391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accent4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accent4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accent4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accent4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accent4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7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4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CE2A433A-FFF1-DF84-AC77-596BF4D3D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65584642-84D0-CF12-FA26-DF6742AC2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704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accent5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accent5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accent5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accent5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accent5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7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4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E7DEC6DA-DB44-46D2-0DB0-344B48C1D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861855F7-DE61-B6AE-3317-4CC4E622A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969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accent6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accent6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accent6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accent6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accent6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rgbClr val="6200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7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4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3E07A2FB-BA1B-9230-E947-12C983B25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C3954E9E-A80C-EC91-BE33-25711088E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506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accent2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accent2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accent2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accent2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accent2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67AEF4-0D16-BF00-2DEB-E715C1518BA6}"/>
              </a:ext>
            </a:extLst>
          </p:cNvPr>
          <p:cNvSpPr/>
          <p:nvPr/>
        </p:nvSpPr>
        <p:spPr>
          <a:xfrm>
            <a:off x="1" y="3"/>
            <a:ext cx="587451" cy="387433"/>
          </a:xfrm>
          <a:prstGeom prst="rect">
            <a:avLst/>
          </a:prstGeom>
          <a:solidFill>
            <a:srgbClr val="003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96978" y="827809"/>
            <a:ext cx="3366439" cy="1048850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4" name="Triangle isocè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3E38B9-99D7-A372-E788-2ECA5C503BA6}"/>
              </a:ext>
            </a:extLst>
          </p:cNvPr>
          <p:cNvSpPr/>
          <p:nvPr/>
        </p:nvSpPr>
        <p:spPr>
          <a:xfrm rot="5400000">
            <a:off x="11513134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5" name="Triangle isocè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689DD55-2683-1E27-DCF9-8D4EBC429E37}"/>
              </a:ext>
            </a:extLst>
          </p:cNvPr>
          <p:cNvSpPr/>
          <p:nvPr/>
        </p:nvSpPr>
        <p:spPr>
          <a:xfrm rot="16200000" flipH="1">
            <a:off x="895525" y="41232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66E1D-206B-619E-75B2-D439C69E74BA}"/>
              </a:ext>
            </a:extLst>
          </p:cNvPr>
          <p:cNvSpPr/>
          <p:nvPr/>
        </p:nvSpPr>
        <p:spPr>
          <a:xfrm>
            <a:off x="587453" y="-3093"/>
            <a:ext cx="11614075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pic>
        <p:nvPicPr>
          <p:cNvPr id="9" name="Graphique 8">
            <a:hlinkClick r:id="rId7" action="ppaction://hlinksldjump"/>
            <a:extLst>
              <a:ext uri="{FF2B5EF4-FFF2-40B4-BE49-F238E27FC236}">
                <a16:creationId xmlns:a16="http://schemas.microsoft.com/office/drawing/2014/main" id="{22590121-386E-7928-5C42-935A5483707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325" y="26755"/>
            <a:ext cx="319823" cy="326733"/>
          </a:xfrm>
          <a:prstGeom prst="rect">
            <a:avLst/>
          </a:prstGeom>
        </p:spPr>
      </p:pic>
      <p:pic>
        <p:nvPicPr>
          <p:cNvPr id="10" name="Graphique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5DC86C1-7E79-CA01-11C4-A0BD998B95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0359" y="30209"/>
            <a:ext cx="185168" cy="323925"/>
          </a:xfrm>
          <a:prstGeom prst="rect">
            <a:avLst/>
          </a:prstGeom>
        </p:spPr>
      </p:pic>
      <p:pic>
        <p:nvPicPr>
          <p:cNvPr id="11" name="Graphiqu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E068C99-C23A-27FB-D21E-BB9856ECC1F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5641" y="30209"/>
            <a:ext cx="185168" cy="323925"/>
          </a:xfrm>
          <a:prstGeom prst="rect">
            <a:avLst/>
          </a:prstGeom>
        </p:spPr>
      </p:pic>
      <p:pic>
        <p:nvPicPr>
          <p:cNvPr id="19" name="Graphique 18">
            <a:hlinkClick r:id="rId14" action="ppaction://hlinksldjump"/>
            <a:extLst>
              <a:ext uri="{FF2B5EF4-FFF2-40B4-BE49-F238E27FC236}">
                <a16:creationId xmlns:a16="http://schemas.microsoft.com/office/drawing/2014/main" id="{A77BF728-10D4-690F-45A6-E98CB9A08B8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1689" y="20124"/>
            <a:ext cx="224339" cy="323925"/>
          </a:xfrm>
          <a:prstGeom prst="rect">
            <a:avLst/>
          </a:prstGeom>
        </p:spPr>
      </p:pic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CB4B6A5-5415-9543-70CB-498B4D6D1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818" y="827810"/>
            <a:ext cx="7633695" cy="5462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Klicken Sie, um die Stile des Maskentextes zu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B173E8CD-5612-E0C6-652B-0D90EC593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5639" y="6586884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8071ABEA-076E-926D-978D-18C3625EC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32490"/>
            <a:ext cx="3963416" cy="115416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75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362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</p:sldLayoutIdLst>
  <p:hf hdr="0" dt="0"/>
  <p:txStyles>
    <p:titleStyle>
      <a:lvl1pPr algn="l" defTabSz="685663" rtl="0" eaLnBrk="1" latinLnBrk="0" hangingPunct="1">
        <a:lnSpc>
          <a:spcPct val="100000"/>
        </a:lnSpc>
        <a:spcBef>
          <a:spcPct val="0"/>
        </a:spcBef>
        <a:buNone/>
        <a:defRPr sz="26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3" indent="-257123" algn="l" defTabSz="685663" rtl="0" eaLnBrk="1" latinLnBrk="0" hangingPunct="1">
        <a:lnSpc>
          <a:spcPct val="100000"/>
        </a:lnSpc>
        <a:spcBef>
          <a:spcPts val="900"/>
        </a:spcBef>
        <a:spcAft>
          <a:spcPts val="300"/>
        </a:spcAft>
        <a:buClr>
          <a:schemeClr val="accent6"/>
        </a:buClr>
        <a:buSzPct val="65000"/>
        <a:buFont typeface="Arial" panose="020B0604020202020204" pitchFamily="34" charset="0"/>
        <a:buChar char="▬"/>
        <a:defRPr lang="fr-FR" sz="1949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99970" indent="-116658" algn="l" defTabSz="685663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Clr>
          <a:schemeClr val="accent6"/>
        </a:buClr>
        <a:buSzPct val="70000"/>
        <a:buFont typeface="Arial" panose="020B0604020202020204" pitchFamily="34" charset="0"/>
        <a:buChar char="►"/>
        <a:tabLst>
          <a:tab pos="399970" algn="l"/>
        </a:tabLst>
        <a:defRPr lang="fr-FR" sz="1425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294" indent="-152369" algn="l" defTabSz="685663" rtl="0" eaLnBrk="1" latinLnBrk="0" hangingPunct="1">
        <a:lnSpc>
          <a:spcPct val="100000"/>
        </a:lnSpc>
        <a:spcBef>
          <a:spcPts val="600"/>
        </a:spcBef>
        <a:buClr>
          <a:schemeClr val="accent6"/>
        </a:buClr>
        <a:buSzPct val="95000"/>
        <a:buFont typeface="Wingdings" panose="05000000000000000000" pitchFamily="2" charset="2"/>
        <a:buChar char="§"/>
        <a:tabLst>
          <a:tab pos="542816" algn="l"/>
        </a:tabLst>
        <a:defRPr lang="fr-FR" sz="12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6140" indent="-152369" algn="l" defTabSz="685663" rtl="0" eaLnBrk="1" latinLnBrk="0" hangingPunct="1">
        <a:lnSpc>
          <a:spcPct val="100000"/>
        </a:lnSpc>
        <a:spcBef>
          <a:spcPts val="450"/>
        </a:spcBef>
        <a:buClr>
          <a:schemeClr val="accent6"/>
        </a:buClr>
        <a:buSzPct val="95000"/>
        <a:buFont typeface="Wingdings" panose="05000000000000000000" pitchFamily="2" charset="2"/>
        <a:buChar char="§"/>
        <a:tabLst>
          <a:tab pos="676140" algn="l"/>
        </a:tabLst>
        <a:defRPr lang="fr-FR" sz="105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16924" indent="-128562" algn="l" defTabSz="685663" rtl="0" eaLnBrk="1" latinLnBrk="0" hangingPunct="1">
        <a:lnSpc>
          <a:spcPct val="100000"/>
        </a:lnSpc>
        <a:spcBef>
          <a:spcPts val="375"/>
        </a:spcBef>
        <a:buClr>
          <a:schemeClr val="accent6"/>
        </a:buClr>
        <a:buSzPct val="95000"/>
        <a:buFont typeface="Wingdings" panose="05000000000000000000" pitchFamily="2" charset="2"/>
        <a:buChar char="§"/>
        <a:defRPr lang="fr-FR" sz="9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5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2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5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8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93" userDrawn="1">
          <p15:clr>
            <a:srgbClr val="F26B43"/>
          </p15:clr>
        </p15:guide>
        <p15:guide id="2" pos="3335" userDrawn="1">
          <p15:clr>
            <a:srgbClr val="F26B43"/>
          </p15:clr>
        </p15:guide>
        <p15:guide id="3" pos="3577" userDrawn="1">
          <p15:clr>
            <a:srgbClr val="F26B43"/>
          </p15:clr>
        </p15:guide>
        <p15:guide id="4" pos="9988" userDrawn="1">
          <p15:clr>
            <a:srgbClr val="F26B43"/>
          </p15:clr>
        </p15:guide>
        <p15:guide id="5" orient="horz" pos="505" userDrawn="1">
          <p15:clr>
            <a:srgbClr val="F26B43"/>
          </p15:clr>
        </p15:guide>
        <p15:guide id="6" orient="horz" pos="3975" userDrawn="1">
          <p15:clr>
            <a:srgbClr val="F26B43"/>
          </p15:clr>
        </p15:guide>
        <p15:guide id="7" pos="5149" userDrawn="1">
          <p15:clr>
            <a:srgbClr val="F26B43"/>
          </p15:clr>
        </p15:guide>
        <p15:guide id="8" orient="horz" pos="2161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1362142"/>
          </a:xfrm>
          <a:prstGeom prst="rect">
            <a:avLst/>
          </a:prstGeom>
        </p:spPr>
        <p:txBody>
          <a:bodyPr vert="horz" lIns="0" tIns="108000" rIns="0" bIns="108000" rtlCol="0" anchor="t" anchorCtr="0">
            <a:spAutoFit/>
          </a:bodyPr>
          <a:lstStyle/>
          <a:p>
            <a:r>
              <a:rPr lang="de-DE" dirty="0"/>
              <a:t>Ändern Sie hier den Titel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68697" y="826023"/>
            <a:ext cx="7631717" cy="5491705"/>
          </a:xfrm>
          <a:prstGeom prst="rect">
            <a:avLst/>
          </a:prstGeom>
        </p:spPr>
        <p:txBody>
          <a:bodyPr vert="horz" lIns="0" tIns="72000" rIns="0" bIns="0" rtlCol="0">
            <a:normAutofit/>
          </a:bodyPr>
          <a:lstStyle/>
          <a:p>
            <a:pPr lvl="0"/>
            <a:r>
              <a:rPr lang="fr-FR" dirty="0"/>
              <a:t>Stile des Maskentextes ändern</a:t>
            </a:r>
          </a:p>
          <a:p>
            <a:pPr lvl="1"/>
            <a:r>
              <a:rPr lang="fr-FR" dirty="0"/>
              <a:t>Zweite Ebene</a:t>
            </a:r>
          </a:p>
          <a:p>
            <a:pPr lvl="2"/>
            <a:r>
              <a:rPr lang="fr-FR" dirty="0"/>
              <a:t>Dritte Ebene</a:t>
            </a:r>
          </a:p>
          <a:p>
            <a:pPr lvl="3"/>
            <a:r>
              <a:rPr lang="fr-FR" dirty="0"/>
              <a:t>Vierte Ebene</a:t>
            </a:r>
          </a:p>
          <a:p>
            <a:pPr lvl="4"/>
            <a:r>
              <a:rPr lang="fr-FR" dirty="0"/>
              <a:t>Fünfte Ebene</a:t>
            </a:r>
          </a:p>
        </p:txBody>
      </p:sp>
      <p:sp>
        <p:nvSpPr>
          <p:cNvPr id="14" name="Triangle isocèle 13">
            <a:hlinkClick r:id="" action="ppaction://hlinkshowjump?jump=nextslide"/>
          </p:cNvPr>
          <p:cNvSpPr/>
          <p:nvPr userDrawn="1"/>
        </p:nvSpPr>
        <p:spPr>
          <a:xfrm rot="5400000">
            <a:off x="11513133" y="41230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sp>
        <p:nvSpPr>
          <p:cNvPr id="16" name="Triangle isocèle 15">
            <a:hlinkClick r:id="" action="ppaction://hlinkshowjump?jump=previousslide"/>
          </p:cNvPr>
          <p:cNvSpPr/>
          <p:nvPr userDrawn="1"/>
        </p:nvSpPr>
        <p:spPr>
          <a:xfrm rot="16200000" flipH="1">
            <a:off x="895523" y="41230"/>
            <a:ext cx="390527" cy="30187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235639" y="6586882"/>
            <a:ext cx="643632" cy="206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85D27D01-01E5-4FC8-B4B9-781E78408F61}" type="slidenum">
              <a:rPr lang="fr-FR" smtClean="0"/>
              <a:t>‹Nr.›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46416E9-CB84-AC56-5FC7-8335283B7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8697" y="6613254"/>
            <a:ext cx="3963416" cy="153888"/>
          </a:xfrm>
          <a:prstGeom prst="rect">
            <a:avLst/>
          </a:prstGeom>
        </p:spPr>
        <p:txBody>
          <a:bodyPr vert="horz" lIns="0" tIns="0" rIns="36000" bIns="0" rtlCol="0" anchor="ctr">
            <a:sp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ADFE8C-F868-4F38-24E8-6B7C1C80927E}"/>
              </a:ext>
            </a:extLst>
          </p:cNvPr>
          <p:cNvSpPr/>
          <p:nvPr userDrawn="1"/>
        </p:nvSpPr>
        <p:spPr>
          <a:xfrm>
            <a:off x="0" y="-3093"/>
            <a:ext cx="12201527" cy="390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/>
          </a:p>
        </p:txBody>
      </p:sp>
      <p:pic>
        <p:nvPicPr>
          <p:cNvPr id="33" name="Graphique 3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7295181-291C-4639-F223-C149029D97F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0358" y="30207"/>
            <a:ext cx="185168" cy="323925"/>
          </a:xfrm>
          <a:prstGeom prst="rect">
            <a:avLst/>
          </a:prstGeom>
        </p:spPr>
      </p:pic>
      <p:pic>
        <p:nvPicPr>
          <p:cNvPr id="34" name="Graphique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EFAB252-0810-7BDF-B962-1E14E734C80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435641" y="30207"/>
            <a:ext cx="185168" cy="3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2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</p:sldLayoutIdLst>
  <p:hf hdr="0" dt="0"/>
  <p:txStyles>
    <p:titleStyle>
      <a:lvl1pPr algn="l" defTabSz="914217" rtl="0" eaLnBrk="1" latinLnBrk="0" hangingPunct="1">
        <a:lnSpc>
          <a:spcPct val="100000"/>
        </a:lnSpc>
        <a:spcBef>
          <a:spcPct val="0"/>
        </a:spcBef>
        <a:buNone/>
        <a:defRPr sz="3599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7117" indent="-357117" algn="l" defTabSz="914217" rtl="0" eaLnBrk="1" latinLnBrk="0" hangingPunct="1">
        <a:lnSpc>
          <a:spcPct val="100000"/>
        </a:lnSpc>
        <a:spcBef>
          <a:spcPts val="1200"/>
        </a:spcBef>
        <a:spcAft>
          <a:spcPts val="400"/>
        </a:spcAft>
        <a:buClr>
          <a:srgbClr val="62003B"/>
        </a:buClr>
        <a:buSzPct val="65000"/>
        <a:buFont typeface="Arial" panose="020B0604020202020204" pitchFamily="34" charset="0"/>
        <a:buChar char="▬"/>
        <a:tabLst>
          <a:tab pos="357117" algn="l"/>
        </a:tabLst>
        <a:defRPr sz="259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39642" indent="-192050" algn="l" defTabSz="914217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62003B"/>
        </a:buClr>
        <a:buSzPct val="70000"/>
        <a:buFont typeface="Arial" panose="020B0604020202020204" pitchFamily="34" charset="0"/>
        <a:buChar char="►"/>
        <a:tabLst>
          <a:tab pos="536468" algn="l"/>
        </a:tabLst>
        <a:defRPr sz="1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7852" indent="-179964" algn="l" defTabSz="914217" rtl="0" eaLnBrk="1" latinLnBrk="0" hangingPunct="1">
        <a:lnSpc>
          <a:spcPct val="100000"/>
        </a:lnSpc>
        <a:spcBef>
          <a:spcPts val="600"/>
        </a:spcBef>
        <a:buClr>
          <a:srgbClr val="62003B"/>
        </a:buClr>
        <a:buSzPct val="95000"/>
        <a:buFont typeface="Wingdings" panose="05000000000000000000" pitchFamily="2" charset="2"/>
        <a:buChar char="§"/>
        <a:tabLst>
          <a:tab pos="71582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7816" indent="-179964" algn="l" defTabSz="914217" rtl="0" eaLnBrk="1" latinLnBrk="0" hangingPunct="1">
        <a:lnSpc>
          <a:spcPct val="100000"/>
        </a:lnSpc>
        <a:spcBef>
          <a:spcPts val="600"/>
        </a:spcBef>
        <a:buClr>
          <a:srgbClr val="62003B"/>
        </a:buClr>
        <a:buSzPct val="95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89232" indent="-171416" algn="l" defTabSz="914217" rtl="0" eaLnBrk="1" latinLnBrk="0" hangingPunct="1">
        <a:lnSpc>
          <a:spcPct val="100000"/>
        </a:lnSpc>
        <a:spcBef>
          <a:spcPts val="500"/>
        </a:spcBef>
        <a:buClr>
          <a:srgbClr val="62003B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501">
          <p15:clr>
            <a:srgbClr val="F26B43"/>
          </p15:clr>
        </p15:guide>
        <p15:guide id="3" pos="2683">
          <p15:clr>
            <a:srgbClr val="F26B43"/>
          </p15:clr>
        </p15:guide>
        <p15:guide id="4" pos="7491">
          <p15:clr>
            <a:srgbClr val="F26B43"/>
          </p15:clr>
        </p15:guide>
        <p15:guide id="5" orient="horz" pos="505">
          <p15:clr>
            <a:srgbClr val="F26B43"/>
          </p15:clr>
        </p15:guide>
        <p15:guide id="6" orient="horz" pos="3998">
          <p15:clr>
            <a:srgbClr val="F26B43"/>
          </p15:clr>
        </p15:guide>
        <p15:guide id="8" pos="3840">
          <p15:clr>
            <a:srgbClr val="F26B43"/>
          </p15:clr>
        </p15:guide>
        <p15:guide id="9" pos="370">
          <p15:clr>
            <a:srgbClr val="F26B43"/>
          </p15:clr>
        </p15:guide>
        <p15:guide id="10" orient="horz" pos="2297">
          <p15:clr>
            <a:srgbClr val="F26B43"/>
          </p15:clr>
        </p15:guide>
        <p15:guide id="11" pos="25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7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articles/microservices.html" TargetMode="External"/><Relationship Id="rId2" Type="http://schemas.openxmlformats.org/officeDocument/2006/relationships/hyperlink" Target="https://de.wikipedia.org/wiki/Microservices" TargetMode="Externa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://microservices.io/patterns/microservices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RES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8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Web_Application_Description_Languag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://en.wikipedia.org/wiki/RSDL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8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3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3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3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3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3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reference/commandline/docker/#/related-commands" TargetMode="External"/><Relationship Id="rId1" Type="http://schemas.openxmlformats.org/officeDocument/2006/relationships/slideLayout" Target="../slideLayouts/slideLayout3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3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BFCE7F7-9753-10F3-36FF-7F97869C37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3380" y="2091171"/>
            <a:ext cx="4982795" cy="1930974"/>
          </a:xfrm>
        </p:spPr>
        <p:txBody>
          <a:bodyPr/>
          <a:lstStyle/>
          <a:p>
            <a:r>
              <a:rPr lang="de-DE"/>
              <a:t>Microservices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03380" y="4022145"/>
            <a:ext cx="4982795" cy="562108"/>
          </a:xfrm>
        </p:spPr>
        <p:txBody>
          <a:bodyPr/>
          <a:lstStyle/>
          <a:p>
            <a:r>
              <a:rPr lang="de-DE"/>
              <a:t>Service Oriented Architecture 2.0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8717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 und Quellen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17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1786" y="1533732"/>
            <a:ext cx="3878263" cy="501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214" y="1533732"/>
            <a:ext cx="4191000" cy="3614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02D5B8A-E828-2697-AA6E-BB94B96BD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927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Die in diesem Seminar verwendete Werkzeuge und Frameworks sind Open Source</a:t>
            </a:r>
          </a:p>
          <a:p>
            <a:pPr lvl="1"/>
            <a:r>
              <a:rPr lang="de-DE" dirty="0"/>
              <a:t>LPGL Lizenzmodell</a:t>
            </a:r>
          </a:p>
          <a:p>
            <a:r>
              <a:rPr lang="de-DE" dirty="0"/>
              <a:t>Dies ist ein Übersichts-Seminar mit Diskussions- und Präsentationsanteil</a:t>
            </a:r>
          </a:p>
          <a:p>
            <a:r>
              <a:rPr lang="de-DE" dirty="0"/>
              <a:t>Dokumentationen und weitere Ressourcen stehen auch im Internet zur Verfügung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Einige Hinweise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B60641-9C76-9590-6311-3AFF627F6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965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AE2ECAA-F1AC-57C8-AE29-E78C03579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F1D2BD-5B62-51D3-B271-2CE232DF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fr-FR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FF0AF51-904A-2049-7EEE-11648FDF6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4913588"/>
            <a:ext cx="5259388" cy="1296987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latin typeface="+mn-lt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B200BFF-4EAA-27F2-F9AA-250B780DF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639" y="5005663"/>
            <a:ext cx="2879725" cy="1131887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de-DE" altLang="de-DE" sz="20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Container </a:t>
            </a:r>
          </a:p>
          <a:p>
            <a:pPr algn="ctr" eaLnBrk="1" hangingPunct="1">
              <a:defRPr/>
            </a:pPr>
            <a:r>
              <a:rPr lang="de-DE" altLang="de-DE" sz="20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für </a:t>
            </a:r>
          </a:p>
          <a:p>
            <a:pPr algn="ctr" eaLnBrk="1" hangingPunct="1">
              <a:defRPr/>
            </a:pPr>
            <a:r>
              <a:rPr lang="de-DE" altLang="de-DE" sz="2000" b="1" dirty="0" err="1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Microservices</a:t>
            </a:r>
            <a:endParaRPr lang="de-DE" altLang="de-DE" sz="2000" b="1" dirty="0">
              <a:solidFill>
                <a:srgbClr val="000000"/>
              </a:solidFill>
              <a:latin typeface="+mn-lt"/>
              <a:ea typeface="DejaVu Sans"/>
              <a:cs typeface="DejaVu Sans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81957AF2-8956-DB32-BC6D-E5711E1E4DAD}"/>
              </a:ext>
            </a:extLst>
          </p:cNvPr>
          <p:cNvSpPr>
            <a:spLocks/>
          </p:cNvSpPr>
          <p:nvPr/>
        </p:nvSpPr>
        <p:spPr bwMode="auto">
          <a:xfrm>
            <a:off x="7042151" y="4913588"/>
            <a:ext cx="398463" cy="1296987"/>
          </a:xfrm>
          <a:prstGeom prst="rightBrace">
            <a:avLst>
              <a:gd name="adj1" fmla="val 27140"/>
              <a:gd name="adj2" fmla="val 50000"/>
            </a:avLst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latin typeface="+mn-lt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753FB4B-81AA-E7EF-5B95-6516B2447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564" y="2861137"/>
            <a:ext cx="5259387" cy="194443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latin typeface="+mn-lt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F611BCA-8F45-112C-E1B6-AE9992028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639" y="3005599"/>
            <a:ext cx="2879725" cy="14399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de-DE" altLang="de-DE" sz="2000" b="1" dirty="0">
                <a:solidFill>
                  <a:srgbClr val="000000"/>
                </a:solidFill>
                <a:ea typeface="DejaVu Sans"/>
                <a:cs typeface="DejaVu Sans"/>
              </a:rPr>
              <a:t>Software-Entwicklung</a:t>
            </a:r>
            <a:endParaRPr lang="de-DE" altLang="de-DE" sz="2000" b="1" dirty="0">
              <a:solidFill>
                <a:srgbClr val="000000"/>
              </a:solidFill>
              <a:latin typeface="+mn-lt"/>
              <a:ea typeface="DejaVu Sans"/>
              <a:cs typeface="DejaVu Sans"/>
            </a:endParaRPr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D79525F5-3BC8-59CF-B846-17809E199A8E}"/>
              </a:ext>
            </a:extLst>
          </p:cNvPr>
          <p:cNvSpPr>
            <a:spLocks/>
          </p:cNvSpPr>
          <p:nvPr/>
        </p:nvSpPr>
        <p:spPr bwMode="auto">
          <a:xfrm>
            <a:off x="7026276" y="2861137"/>
            <a:ext cx="398463" cy="1944439"/>
          </a:xfrm>
          <a:prstGeom prst="rightBrace">
            <a:avLst>
              <a:gd name="adj1" fmla="val 34653"/>
              <a:gd name="adj2" fmla="val 50000"/>
            </a:avLst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latin typeface="+mn-lt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32C203EA-1B7C-6D07-B412-0E314CCF4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639" y="1683653"/>
            <a:ext cx="2879725" cy="80617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de-DE" altLang="de-DE" sz="20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Einführung</a:t>
            </a: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BD48F4E5-3446-E926-9855-41DBD39621F4}"/>
              </a:ext>
            </a:extLst>
          </p:cNvPr>
          <p:cNvSpPr>
            <a:spLocks/>
          </p:cNvSpPr>
          <p:nvPr/>
        </p:nvSpPr>
        <p:spPr bwMode="auto">
          <a:xfrm>
            <a:off x="7042151" y="1207123"/>
            <a:ext cx="398463" cy="1546225"/>
          </a:xfrm>
          <a:prstGeom prst="rightBrace">
            <a:avLst>
              <a:gd name="adj1" fmla="val 37630"/>
              <a:gd name="adj2" fmla="val 50000"/>
            </a:avLst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latin typeface="+mn-lt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4B65C48-D52F-1F18-4EAC-D87E731D5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207123"/>
            <a:ext cx="5259388" cy="1546225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de-DE" altLang="de-DE">
              <a:latin typeface="+mn-lt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37D7EA7-EEEA-8F8B-1B24-F2D44F5423B9}"/>
              </a:ext>
            </a:extLst>
          </p:cNvPr>
          <p:cNvSpPr txBox="1"/>
          <p:nvPr/>
        </p:nvSpPr>
        <p:spPr>
          <a:xfrm>
            <a:off x="2100279" y="1301699"/>
            <a:ext cx="6099142" cy="4971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70000"/>
              </a:lnSpc>
              <a:buClr>
                <a:srgbClr val="B51621"/>
              </a:buClr>
              <a:buFont typeface="Times New Roman" pitchFamily="18" charset="0"/>
              <a:buAutoNum type="arabicPeriod"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Von Monolithen und Services</a:t>
            </a:r>
          </a:p>
          <a:p>
            <a:pPr eaLnBrk="1" hangingPunct="1">
              <a:lnSpc>
                <a:spcPct val="170000"/>
              </a:lnSpc>
              <a:buClr>
                <a:srgbClr val="B51621"/>
              </a:buClr>
              <a:buFont typeface="Times New Roman" pitchFamily="18" charset="0"/>
              <a:buAutoNum type="arabicPeriod"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Was sind Microservices?</a:t>
            </a:r>
          </a:p>
          <a:p>
            <a:pPr eaLnBrk="1" hangingPunct="1">
              <a:lnSpc>
                <a:spcPct val="170000"/>
              </a:lnSpc>
              <a:buClr>
                <a:srgbClr val="B51621"/>
              </a:buClr>
              <a:buFont typeface="Times New Roman" pitchFamily="18" charset="0"/>
              <a:buAutoNum type="arabicPeriod"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Grundlegende Modellierung</a:t>
            </a:r>
          </a:p>
          <a:p>
            <a:pPr eaLnBrk="1" hangingPunct="1">
              <a:lnSpc>
                <a:spcPct val="170000"/>
              </a:lnSpc>
              <a:buClr>
                <a:srgbClr val="B51621"/>
              </a:buClr>
              <a:defRPr/>
            </a:pPr>
            <a:endParaRPr lang="de-DE" altLang="de-DE" sz="900" b="1" dirty="0">
              <a:solidFill>
                <a:srgbClr val="000000"/>
              </a:solidFill>
              <a:latin typeface="+mn-lt"/>
              <a:ea typeface="DejaVu Sans"/>
              <a:cs typeface="DejaVu Sans"/>
            </a:endParaRPr>
          </a:p>
          <a:p>
            <a:pPr marL="342900" indent="-342900" eaLnBrk="1" hangingPunct="1">
              <a:lnSpc>
                <a:spcPct val="170000"/>
              </a:lnSpc>
              <a:buClr>
                <a:srgbClr val="B51621"/>
              </a:buClr>
              <a:buFont typeface="+mj-lt"/>
              <a:buAutoNum type="arabicPeriod" startAt="4"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Java, JEE und Spring Boot</a:t>
            </a:r>
          </a:p>
          <a:p>
            <a:pPr marL="342900" indent="-342900" eaLnBrk="1" hangingPunct="1">
              <a:lnSpc>
                <a:spcPct val="170000"/>
              </a:lnSpc>
              <a:buClr>
                <a:srgbClr val="B51621"/>
              </a:buClr>
              <a:buFont typeface="+mj-lt"/>
              <a:buAutoNum type="arabicPeriod" startAt="4"/>
              <a:defRPr/>
            </a:pPr>
            <a:r>
              <a:rPr lang="de-DE" altLang="de-DE" sz="1800" b="1" dirty="0" err="1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Build</a:t>
            </a:r>
            <a:r>
              <a:rPr lang="de-DE" altLang="de-DE" sz="18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-Prozess</a:t>
            </a:r>
          </a:p>
          <a:p>
            <a:pPr marL="342900" indent="-342900" eaLnBrk="1" hangingPunct="1">
              <a:lnSpc>
                <a:spcPct val="170000"/>
              </a:lnSpc>
              <a:buClr>
                <a:srgbClr val="B51621"/>
              </a:buClr>
              <a:buFont typeface="+mj-lt"/>
              <a:buAutoNum type="arabicPeriod" startAt="4"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Integration und Überwachung</a:t>
            </a:r>
          </a:p>
          <a:p>
            <a:pPr eaLnBrk="1" hangingPunct="1">
              <a:lnSpc>
                <a:spcPct val="170000"/>
              </a:lnSpc>
              <a:buClr>
                <a:srgbClr val="B51621"/>
              </a:buClr>
              <a:buFont typeface="Times New Roman" pitchFamily="18" charset="0"/>
              <a:buAutoNum type="arabicPeriod" startAt="4"/>
              <a:defRPr/>
            </a:pPr>
            <a:endParaRPr lang="de-DE" altLang="de-DE" sz="1800" b="1" dirty="0">
              <a:solidFill>
                <a:srgbClr val="000000"/>
              </a:solidFill>
              <a:latin typeface="+mn-lt"/>
              <a:ea typeface="DejaVu Sans"/>
              <a:cs typeface="DejaVu Sans"/>
            </a:endParaRPr>
          </a:p>
          <a:p>
            <a:pPr eaLnBrk="1" hangingPunct="1">
              <a:lnSpc>
                <a:spcPct val="170000"/>
              </a:lnSpc>
              <a:buClr>
                <a:srgbClr val="B51621"/>
              </a:buClr>
              <a:buFont typeface="Times New Roman" pitchFamily="18" charset="0"/>
              <a:buAutoNum type="arabicPeriod" startAt="4"/>
              <a:defRPr/>
            </a:pPr>
            <a:endParaRPr lang="de-DE" altLang="de-DE" sz="1100" b="1" dirty="0">
              <a:solidFill>
                <a:srgbClr val="000000"/>
              </a:solidFill>
              <a:ea typeface="DejaVu Sans"/>
              <a:cs typeface="DejaVu Sans"/>
            </a:endParaRPr>
          </a:p>
          <a:p>
            <a:pPr eaLnBrk="1" hangingPunct="1">
              <a:lnSpc>
                <a:spcPct val="170000"/>
              </a:lnSpc>
              <a:buClr>
                <a:srgbClr val="B51621"/>
              </a:buClr>
              <a:buFont typeface="Times New Roman" pitchFamily="18" charset="0"/>
              <a:buAutoNum type="arabicPeriod" startAt="4"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Applikationsserver</a:t>
            </a:r>
          </a:p>
          <a:p>
            <a:pPr eaLnBrk="1" hangingPunct="1">
              <a:lnSpc>
                <a:spcPct val="170000"/>
              </a:lnSpc>
              <a:buClr>
                <a:srgbClr val="B51621"/>
              </a:buClr>
              <a:buFont typeface="Times New Roman" pitchFamily="18" charset="0"/>
              <a:buAutoNum type="arabicPeriod" startAt="4"/>
              <a:defRPr/>
            </a:pPr>
            <a:r>
              <a:rPr lang="de-DE" altLang="de-DE" sz="1800" b="1" dirty="0">
                <a:solidFill>
                  <a:srgbClr val="000000"/>
                </a:solidFill>
                <a:latin typeface="+mn-lt"/>
                <a:ea typeface="DejaVu Sans"/>
                <a:cs typeface="DejaVu Sans"/>
              </a:rPr>
              <a:t>Docker 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22704105-4F4D-D499-9A99-75C61C74C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825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5287" y="1594646"/>
            <a:ext cx="5580727" cy="669831"/>
          </a:xfrm>
        </p:spPr>
        <p:txBody>
          <a:bodyPr/>
          <a:lstStyle/>
          <a:p>
            <a:r>
              <a:rPr lang="de-DE" dirty="0"/>
              <a:t>1. Einführung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DD43833-7647-2482-75F9-60C8E96394C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/>
              <a:t>1.2 Was sind Microservices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305F5F52-3C81-B964-BAED-1ED43C57C8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de-DE" dirty="0"/>
              <a:t>1.3 Modellierung</a:t>
            </a:r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DD943921-123B-9146-17C2-942DE7C862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de-DE" dirty="0"/>
              <a:t>1.1 Von Monolithen und Services</a:t>
            </a:r>
          </a:p>
        </p:txBody>
      </p:sp>
    </p:spTree>
    <p:extLst>
      <p:ext uri="{BB962C8B-B14F-4D97-AF65-F5344CB8AC3E}">
        <p14:creationId xmlns:p14="http://schemas.microsoft.com/office/powerpoint/2010/main" val="2032139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Primärfokus: </a:t>
            </a:r>
          </a:p>
          <a:p>
            <a:pPr lvl="1"/>
            <a:r>
              <a:rPr lang="de-DE" dirty="0"/>
              <a:t>Anwendung muss fachlich funktionieren</a:t>
            </a:r>
          </a:p>
          <a:p>
            <a:pPr lvl="1"/>
            <a:r>
              <a:rPr lang="de-DE" dirty="0"/>
              <a:t>Nicht-funktionale Aspekte wie Performance und Ausfallsicherheit</a:t>
            </a:r>
          </a:p>
          <a:p>
            <a:r>
              <a:rPr lang="de-DE" dirty="0"/>
              <a:t>Eher uninteressant sind:</a:t>
            </a:r>
          </a:p>
          <a:p>
            <a:pPr lvl="1"/>
            <a:r>
              <a:rPr lang="de-DE" dirty="0"/>
              <a:t>Details der technischen Modellierung</a:t>
            </a:r>
          </a:p>
          <a:p>
            <a:pPr lvl="1"/>
            <a:r>
              <a:rPr lang="de-DE" dirty="0"/>
              <a:t>Wartbarkeit und Erweiterbarkeit, Wiederverwendung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Anwendung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84FE83-CFC8-DB61-AA8E-715F74118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6679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Monolith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grpSp>
        <p:nvGrpSpPr>
          <p:cNvPr id="40" name="Gruppieren 39"/>
          <p:cNvGrpSpPr/>
          <p:nvPr/>
        </p:nvGrpSpPr>
        <p:grpSpPr>
          <a:xfrm>
            <a:off x="1667508" y="1664804"/>
            <a:ext cx="8928992" cy="4284476"/>
            <a:chOff x="143508" y="1664804"/>
            <a:chExt cx="8928992" cy="4284476"/>
          </a:xfrm>
        </p:grpSpPr>
        <p:sp>
          <p:nvSpPr>
            <p:cNvPr id="6" name="Rechteck 5"/>
            <p:cNvSpPr/>
            <p:nvPr/>
          </p:nvSpPr>
          <p:spPr>
            <a:xfrm>
              <a:off x="143508" y="1664804"/>
              <a:ext cx="8928992" cy="42844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de-DE" dirty="0">
                  <a:solidFill>
                    <a:schemeClr val="tx1"/>
                  </a:solidFill>
                </a:rPr>
                <a:t>Monolith</a:t>
              </a:r>
            </a:p>
          </p:txBody>
        </p:sp>
        <p:sp>
          <p:nvSpPr>
            <p:cNvPr id="7" name="Rechteck 6"/>
            <p:cNvSpPr/>
            <p:nvPr/>
          </p:nvSpPr>
          <p:spPr>
            <a:xfrm>
              <a:off x="2015716" y="2870938"/>
              <a:ext cx="2340260" cy="5760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Prozess-Logik</a:t>
              </a:r>
            </a:p>
          </p:txBody>
        </p:sp>
        <p:sp>
          <p:nvSpPr>
            <p:cNvPr id="8" name="Flussdiagramm: Magnetplattenspeicher 7"/>
            <p:cNvSpPr/>
            <p:nvPr/>
          </p:nvSpPr>
          <p:spPr>
            <a:xfrm>
              <a:off x="2564777" y="4549848"/>
              <a:ext cx="1242138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DB</a:t>
              </a:r>
            </a:p>
          </p:txBody>
        </p:sp>
        <p:sp>
          <p:nvSpPr>
            <p:cNvPr id="10" name="Flussdiagramm: Magnetplattenspeicher 9"/>
            <p:cNvSpPr/>
            <p:nvPr/>
          </p:nvSpPr>
          <p:spPr>
            <a:xfrm>
              <a:off x="251520" y="2690918"/>
              <a:ext cx="1206134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16" name="Rechteck 15"/>
            <p:cNvSpPr/>
            <p:nvPr/>
          </p:nvSpPr>
          <p:spPr>
            <a:xfrm>
              <a:off x="4989544" y="2042846"/>
              <a:ext cx="2340260" cy="5760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Prozess-Logik</a:t>
              </a:r>
            </a:p>
          </p:txBody>
        </p:sp>
        <p:sp>
          <p:nvSpPr>
            <p:cNvPr id="17" name="Flussdiagramm: Magnetplattenspeicher 16"/>
            <p:cNvSpPr/>
            <p:nvPr/>
          </p:nvSpPr>
          <p:spPr>
            <a:xfrm>
              <a:off x="4752020" y="3295379"/>
              <a:ext cx="1188132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NoSQL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8" name="Rechteck 27"/>
            <p:cNvSpPr/>
            <p:nvPr/>
          </p:nvSpPr>
          <p:spPr>
            <a:xfrm>
              <a:off x="6421275" y="3713938"/>
              <a:ext cx="2340260" cy="5760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Prozess-Logik</a:t>
              </a:r>
            </a:p>
          </p:txBody>
        </p:sp>
        <p:sp>
          <p:nvSpPr>
            <p:cNvPr id="29" name="Flussdiagramm: Magnetplattenspeicher 28"/>
            <p:cNvSpPr/>
            <p:nvPr/>
          </p:nvSpPr>
          <p:spPr>
            <a:xfrm>
              <a:off x="7700596" y="1862826"/>
              <a:ext cx="1260140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Search</a:t>
              </a:r>
            </a:p>
          </p:txBody>
        </p:sp>
        <p:sp>
          <p:nvSpPr>
            <p:cNvPr id="30" name="Flussdiagramm: Magnetplattenspeicher 29"/>
            <p:cNvSpPr/>
            <p:nvPr/>
          </p:nvSpPr>
          <p:spPr>
            <a:xfrm>
              <a:off x="7038274" y="4797152"/>
              <a:ext cx="1206134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CMS</a:t>
              </a:r>
            </a:p>
          </p:txBody>
        </p:sp>
        <p:cxnSp>
          <p:nvCxnSpPr>
            <p:cNvPr id="12" name="Gewinkelte Verbindung 11"/>
            <p:cNvCxnSpPr>
              <a:stCxn id="16" idx="1"/>
              <a:endCxn id="10" idx="1"/>
            </p:cNvCxnSpPr>
            <p:nvPr/>
          </p:nvCxnSpPr>
          <p:spPr>
            <a:xfrm rot="10800000" flipV="1">
              <a:off x="854588" y="2330878"/>
              <a:ext cx="4134957" cy="360040"/>
            </a:xfrm>
            <a:prstGeom prst="bentConnector2">
              <a:avLst/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winkelte Verbindung 19"/>
            <p:cNvCxnSpPr>
              <a:stCxn id="7" idx="1"/>
              <a:endCxn id="10" idx="3"/>
            </p:cNvCxnSpPr>
            <p:nvPr/>
          </p:nvCxnSpPr>
          <p:spPr>
            <a:xfrm rot="10800000" flipV="1">
              <a:off x="854588" y="3158970"/>
              <a:ext cx="1161129" cy="468052"/>
            </a:xfrm>
            <a:prstGeom prst="bentConnector4">
              <a:avLst>
                <a:gd name="adj1" fmla="val 24031"/>
                <a:gd name="adj2" fmla="val 148841"/>
              </a:avLst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winkelte Verbindung 21"/>
            <p:cNvCxnSpPr>
              <a:stCxn id="7" idx="2"/>
              <a:endCxn id="8" idx="0"/>
            </p:cNvCxnSpPr>
            <p:nvPr/>
          </p:nvCxnSpPr>
          <p:spPr>
            <a:xfrm rot="5400000">
              <a:off x="2478406" y="4154442"/>
              <a:ext cx="1414881" cy="12700"/>
            </a:xfrm>
            <a:prstGeom prst="bentConnector3">
              <a:avLst/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winkelte Verbindung 23"/>
            <p:cNvCxnSpPr>
              <a:stCxn id="16" idx="2"/>
              <a:endCxn id="17" idx="1"/>
            </p:cNvCxnSpPr>
            <p:nvPr/>
          </p:nvCxnSpPr>
          <p:spPr>
            <a:xfrm rot="5400000">
              <a:off x="5414646" y="2550350"/>
              <a:ext cx="676469" cy="813588"/>
            </a:xfrm>
            <a:prstGeom prst="bentConnector3">
              <a:avLst/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winkelte Verbindung 25"/>
            <p:cNvCxnSpPr>
              <a:stCxn id="7" idx="0"/>
            </p:cNvCxnSpPr>
            <p:nvPr/>
          </p:nvCxnSpPr>
          <p:spPr>
            <a:xfrm rot="5400000" flipH="1" flipV="1">
              <a:off x="3932929" y="1583795"/>
              <a:ext cx="540060" cy="2034226"/>
            </a:xfrm>
            <a:prstGeom prst="bentConnector2">
              <a:avLst/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winkelte Verbindung 32"/>
            <p:cNvCxnSpPr>
              <a:stCxn id="7" idx="3"/>
              <a:endCxn id="28" idx="2"/>
            </p:cNvCxnSpPr>
            <p:nvPr/>
          </p:nvCxnSpPr>
          <p:spPr>
            <a:xfrm>
              <a:off x="4355976" y="3158970"/>
              <a:ext cx="3235429" cy="1131032"/>
            </a:xfrm>
            <a:prstGeom prst="bentConnector4">
              <a:avLst>
                <a:gd name="adj1" fmla="val 8263"/>
                <a:gd name="adj2" fmla="val 120212"/>
              </a:avLst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winkelte Verbindung 35"/>
            <p:cNvCxnSpPr>
              <a:stCxn id="28" idx="3"/>
              <a:endCxn id="30" idx="0"/>
            </p:cNvCxnSpPr>
            <p:nvPr/>
          </p:nvCxnSpPr>
          <p:spPr>
            <a:xfrm flipH="1">
              <a:off x="7641341" y="4001970"/>
              <a:ext cx="1120194" cy="1107217"/>
            </a:xfrm>
            <a:prstGeom prst="bentConnector4">
              <a:avLst>
                <a:gd name="adj1" fmla="val -20407"/>
                <a:gd name="adj2" fmla="val 48916"/>
              </a:avLst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winkelte Verbindung 37"/>
            <p:cNvCxnSpPr>
              <a:stCxn id="28" idx="0"/>
              <a:endCxn id="29" idx="3"/>
            </p:cNvCxnSpPr>
            <p:nvPr/>
          </p:nvCxnSpPr>
          <p:spPr>
            <a:xfrm rot="5400000" flipH="1" flipV="1">
              <a:off x="7503531" y="2886804"/>
              <a:ext cx="915008" cy="739261"/>
            </a:xfrm>
            <a:prstGeom prst="bentConnector3">
              <a:avLst>
                <a:gd name="adj1" fmla="val 50000"/>
              </a:avLst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winkelte Verbindung 40"/>
            <p:cNvCxnSpPr>
              <a:endCxn id="28" idx="1"/>
            </p:cNvCxnSpPr>
            <p:nvPr/>
          </p:nvCxnSpPr>
          <p:spPr>
            <a:xfrm rot="16200000" flipH="1">
              <a:off x="5576222" y="3156917"/>
              <a:ext cx="1388570" cy="301535"/>
            </a:xfrm>
            <a:prstGeom prst="bentConnector2">
              <a:avLst/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winkelte Verbindung 42"/>
            <p:cNvCxnSpPr>
              <a:endCxn id="8" idx="3"/>
            </p:cNvCxnSpPr>
            <p:nvPr/>
          </p:nvCxnSpPr>
          <p:spPr>
            <a:xfrm rot="10800000" flipV="1">
              <a:off x="3185846" y="5111358"/>
              <a:ext cx="4860540" cy="374594"/>
            </a:xfrm>
            <a:prstGeom prst="bentConnector4">
              <a:avLst>
                <a:gd name="adj1" fmla="val 43611"/>
                <a:gd name="adj2" fmla="val 161026"/>
              </a:avLst>
            </a:prstGeom>
            <a:ln w="412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B6B9430-F88C-6037-BEC0-483A9DE7D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58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zh-CN" dirty="0"/>
              <a:t>Kapselung</a:t>
            </a:r>
            <a:endParaRPr lang="zh-CN" altLang="de-DE" dirty="0"/>
          </a:p>
          <a:p>
            <a:pPr lvl="1"/>
            <a:r>
              <a:rPr lang="de-DE" altLang="zh-CN" dirty="0"/>
              <a:t>Öffentliches „API</a:t>
            </a:r>
            <a:r>
              <a:rPr lang="zh-CN" altLang="de-DE" dirty="0"/>
              <a:t>“</a:t>
            </a:r>
          </a:p>
          <a:p>
            <a:pPr lvl="1"/>
            <a:r>
              <a:rPr lang="de-DE" altLang="zh-CN" dirty="0"/>
              <a:t>Rein interne Implementierung</a:t>
            </a:r>
            <a:endParaRPr lang="zh-CN" altLang="de-DE" dirty="0"/>
          </a:p>
          <a:p>
            <a:r>
              <a:rPr lang="de-DE" altLang="zh-CN" dirty="0"/>
              <a:t>Vermeidung von Redundanzen</a:t>
            </a:r>
            <a:endParaRPr lang="zh-CN" altLang="de-DE" dirty="0"/>
          </a:p>
          <a:p>
            <a:pPr lvl="1"/>
            <a:r>
              <a:rPr lang="de-DE" altLang="zh-CN" dirty="0"/>
              <a:t>Wartbarkeit</a:t>
            </a:r>
            <a:endParaRPr lang="zh-CN" altLang="de-DE" dirty="0"/>
          </a:p>
          <a:p>
            <a:r>
              <a:rPr lang="de-DE" altLang="zh-CN" dirty="0"/>
              <a:t>Dependency Management</a:t>
            </a:r>
            <a:endParaRPr lang="zh-CN" altLang="de-DE" dirty="0"/>
          </a:p>
          <a:p>
            <a:pPr lvl="1"/>
            <a:r>
              <a:rPr lang="de-DE" altLang="zh-CN" dirty="0"/>
              <a:t>Statisch determinierte Abhängigkeiten oder</a:t>
            </a:r>
            <a:endParaRPr lang="zh-CN" altLang="de-DE" dirty="0"/>
          </a:p>
          <a:p>
            <a:pPr lvl="1"/>
            <a:r>
              <a:rPr lang="de-DE" altLang="zh-CN" dirty="0"/>
              <a:t>lose gekoppelte Systeme</a:t>
            </a:r>
          </a:p>
          <a:p>
            <a:pPr lvl="1"/>
            <a:r>
              <a:rPr lang="de-DE" altLang="zh-CN" dirty="0"/>
              <a:t>Damit auch leichtere Erweiterbarkeit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wäre "besser"?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8F8B3B-20F7-6BDF-B187-FCEB0D814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484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Gekapselte Services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grpSp>
        <p:nvGrpSpPr>
          <p:cNvPr id="13" name="Gruppieren 12"/>
          <p:cNvGrpSpPr/>
          <p:nvPr/>
        </p:nvGrpSpPr>
        <p:grpSpPr>
          <a:xfrm>
            <a:off x="1667509" y="1870433"/>
            <a:ext cx="8903891" cy="2746699"/>
            <a:chOff x="143508" y="1294369"/>
            <a:chExt cx="8903891" cy="2746699"/>
          </a:xfrm>
        </p:grpSpPr>
        <p:sp>
          <p:nvSpPr>
            <p:cNvPr id="6" name="Rechteck 5"/>
            <p:cNvSpPr/>
            <p:nvPr/>
          </p:nvSpPr>
          <p:spPr>
            <a:xfrm>
              <a:off x="143508" y="1664804"/>
              <a:ext cx="2772308" cy="23762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de-DE" dirty="0" err="1">
                  <a:solidFill>
                    <a:schemeClr val="tx1"/>
                  </a:solidFill>
                </a:rPr>
                <a:t>Sandbox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323528" y="2042846"/>
              <a:ext cx="2340260" cy="5760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Prozess-Logik</a:t>
              </a:r>
            </a:p>
          </p:txBody>
        </p:sp>
        <p:sp>
          <p:nvSpPr>
            <p:cNvPr id="8" name="Flussdiagramm: Magnetplattenspeicher 7"/>
            <p:cNvSpPr/>
            <p:nvPr/>
          </p:nvSpPr>
          <p:spPr>
            <a:xfrm>
              <a:off x="1601670" y="2690918"/>
              <a:ext cx="1242138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DB</a:t>
              </a:r>
            </a:p>
          </p:txBody>
        </p:sp>
        <p:sp>
          <p:nvSpPr>
            <p:cNvPr id="10" name="Flussdiagramm: Magnetplattenspeicher 9"/>
            <p:cNvSpPr/>
            <p:nvPr/>
          </p:nvSpPr>
          <p:spPr>
            <a:xfrm>
              <a:off x="251520" y="2690918"/>
              <a:ext cx="1206134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11" name="Legende mit Pfeil nach links und rechts 10"/>
            <p:cNvSpPr/>
            <p:nvPr/>
          </p:nvSpPr>
          <p:spPr>
            <a:xfrm rot="5400000">
              <a:off x="1151620" y="290212"/>
              <a:ext cx="756084" cy="2772308"/>
            </a:xfrm>
            <a:prstGeom prst="leftRightArrowCallout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API</a:t>
              </a:r>
            </a:p>
          </p:txBody>
        </p:sp>
        <p:sp>
          <p:nvSpPr>
            <p:cNvPr id="15" name="Rechteck 14"/>
            <p:cNvSpPr/>
            <p:nvPr/>
          </p:nvSpPr>
          <p:spPr>
            <a:xfrm>
              <a:off x="3203848" y="1646802"/>
              <a:ext cx="2772308" cy="23762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dirty="0" err="1">
                  <a:solidFill>
                    <a:schemeClr val="tx1"/>
                  </a:solidFill>
                </a:rPr>
                <a:t>Sandbox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Rechteck 15"/>
            <p:cNvSpPr/>
            <p:nvPr/>
          </p:nvSpPr>
          <p:spPr>
            <a:xfrm>
              <a:off x="3383868" y="2036507"/>
              <a:ext cx="2340260" cy="5760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Prozess-Logik</a:t>
              </a:r>
            </a:p>
          </p:txBody>
        </p:sp>
        <p:sp>
          <p:nvSpPr>
            <p:cNvPr id="17" name="Flussdiagramm: Magnetplattenspeicher 16"/>
            <p:cNvSpPr/>
            <p:nvPr/>
          </p:nvSpPr>
          <p:spPr>
            <a:xfrm>
              <a:off x="4716016" y="2684579"/>
              <a:ext cx="1188132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NoSQL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8" name="Flussdiagramm: Magnetplattenspeicher 17"/>
            <p:cNvSpPr/>
            <p:nvPr/>
          </p:nvSpPr>
          <p:spPr>
            <a:xfrm>
              <a:off x="3311860" y="2684579"/>
              <a:ext cx="1206134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File</a:t>
              </a:r>
            </a:p>
          </p:txBody>
        </p:sp>
        <p:sp>
          <p:nvSpPr>
            <p:cNvPr id="19" name="Legende mit Pfeil nach links und rechts 18"/>
            <p:cNvSpPr/>
            <p:nvPr/>
          </p:nvSpPr>
          <p:spPr>
            <a:xfrm rot="5400000">
              <a:off x="4211960" y="290212"/>
              <a:ext cx="756084" cy="2772308"/>
            </a:xfrm>
            <a:prstGeom prst="leftRightArrowCallout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API</a:t>
              </a:r>
            </a:p>
          </p:txBody>
        </p:sp>
        <p:sp>
          <p:nvSpPr>
            <p:cNvPr id="27" name="Rechteck 26"/>
            <p:cNvSpPr/>
            <p:nvPr/>
          </p:nvSpPr>
          <p:spPr>
            <a:xfrm>
              <a:off x="6264188" y="1646802"/>
              <a:ext cx="2772308" cy="23762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dirty="0" err="1">
                  <a:solidFill>
                    <a:schemeClr val="tx1"/>
                  </a:solidFill>
                </a:rPr>
                <a:t>Sandbox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8" name="Rechteck 27"/>
            <p:cNvSpPr/>
            <p:nvPr/>
          </p:nvSpPr>
          <p:spPr>
            <a:xfrm>
              <a:off x="6444208" y="2042846"/>
              <a:ext cx="2340260" cy="5760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Prozess-Logik</a:t>
              </a:r>
            </a:p>
          </p:txBody>
        </p:sp>
        <p:sp>
          <p:nvSpPr>
            <p:cNvPr id="29" name="Flussdiagramm: Magnetplattenspeicher 28"/>
            <p:cNvSpPr/>
            <p:nvPr/>
          </p:nvSpPr>
          <p:spPr>
            <a:xfrm>
              <a:off x="7704348" y="2690918"/>
              <a:ext cx="1260140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Search</a:t>
              </a:r>
            </a:p>
          </p:txBody>
        </p:sp>
        <p:sp>
          <p:nvSpPr>
            <p:cNvPr id="30" name="Flussdiagramm: Magnetplattenspeicher 29"/>
            <p:cNvSpPr/>
            <p:nvPr/>
          </p:nvSpPr>
          <p:spPr>
            <a:xfrm>
              <a:off x="6372200" y="2690918"/>
              <a:ext cx="1206134" cy="936104"/>
            </a:xfrm>
            <a:prstGeom prst="flowChartMagneticDisk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CMS</a:t>
              </a:r>
            </a:p>
          </p:txBody>
        </p:sp>
        <p:sp>
          <p:nvSpPr>
            <p:cNvPr id="31" name="Legende mit Pfeil nach links und rechts 30"/>
            <p:cNvSpPr/>
            <p:nvPr/>
          </p:nvSpPr>
          <p:spPr>
            <a:xfrm rot="5400000">
              <a:off x="7283203" y="286257"/>
              <a:ext cx="756084" cy="2772308"/>
            </a:xfrm>
            <a:prstGeom prst="leftRightArrowCallout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API</a:t>
              </a:r>
            </a:p>
          </p:txBody>
        </p:sp>
      </p:grp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5B75C7B-5CFA-7519-E7DF-377E57922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0366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Besteht abstrakt aus </a:t>
            </a:r>
          </a:p>
          <a:p>
            <a:pPr lvl="1"/>
            <a:r>
              <a:rPr lang="de-DE" dirty="0"/>
              <a:t>Datentypen</a:t>
            </a:r>
          </a:p>
          <a:p>
            <a:pPr lvl="1"/>
            <a:r>
              <a:rPr lang="de-DE" dirty="0"/>
              <a:t>Operationen</a:t>
            </a:r>
          </a:p>
          <a:p>
            <a:pPr lvl="2"/>
            <a:r>
              <a:rPr lang="de-DE" dirty="0"/>
              <a:t>Synchron und Asynchron</a:t>
            </a:r>
          </a:p>
          <a:p>
            <a:r>
              <a:rPr lang="de-DE" dirty="0"/>
              <a:t>Konkretisierung mit weiteren Informationen</a:t>
            </a:r>
          </a:p>
          <a:p>
            <a:pPr lvl="1"/>
            <a:r>
              <a:rPr lang="de-DE" dirty="0"/>
              <a:t>Authentifizierung</a:t>
            </a:r>
          </a:p>
          <a:p>
            <a:pPr lvl="1"/>
            <a:r>
              <a:rPr lang="de-DE" dirty="0"/>
              <a:t>Aufruf über Netzwerk</a:t>
            </a:r>
          </a:p>
          <a:p>
            <a:pPr lvl="1"/>
            <a:r>
              <a:rPr lang="de-DE" dirty="0"/>
              <a:t>Nicht-funktionale Teile</a:t>
            </a:r>
          </a:p>
          <a:p>
            <a:pPr lvl="2"/>
            <a:r>
              <a:rPr lang="de-DE" dirty="0"/>
              <a:t>Antwortzeiten</a:t>
            </a:r>
          </a:p>
          <a:p>
            <a:pPr lvl="2"/>
            <a:r>
              <a:rPr lang="de-DE" dirty="0"/>
              <a:t>Skalierbarkeit</a:t>
            </a:r>
          </a:p>
          <a:p>
            <a:pPr lvl="2"/>
            <a:r>
              <a:rPr lang="de-DE" dirty="0"/>
              <a:t>Fehlertoleranz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API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61D300-601B-0CEB-60FB-0E7957396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3908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Auch eine auf </a:t>
            </a:r>
            <a:r>
              <a:rPr lang="de-DE" dirty="0" err="1"/>
              <a:t>Microservices</a:t>
            </a:r>
            <a:r>
              <a:rPr lang="de-DE" dirty="0"/>
              <a:t>  beruhende Architektur steht und fällt mit der Dokumentation</a:t>
            </a:r>
          </a:p>
          <a:p>
            <a:pPr lvl="1"/>
            <a:r>
              <a:rPr lang="de-DE" dirty="0"/>
              <a:t>Vollständig</a:t>
            </a:r>
          </a:p>
          <a:p>
            <a:pPr lvl="2"/>
            <a:r>
              <a:rPr lang="de-DE" dirty="0"/>
              <a:t>so natürlich utopisch</a:t>
            </a:r>
          </a:p>
          <a:p>
            <a:pPr lvl="2"/>
            <a:r>
              <a:rPr lang="de-DE" dirty="0"/>
              <a:t>"eventual </a:t>
            </a:r>
            <a:r>
              <a:rPr lang="de-DE" dirty="0" err="1"/>
              <a:t>complete</a:t>
            </a:r>
            <a:r>
              <a:rPr lang="de-DE" dirty="0"/>
              <a:t>"</a:t>
            </a:r>
          </a:p>
          <a:p>
            <a:pPr lvl="1"/>
            <a:r>
              <a:rPr lang="de-DE" dirty="0"/>
              <a:t>Aktuell</a:t>
            </a:r>
          </a:p>
          <a:p>
            <a:pPr lvl="1"/>
            <a:r>
              <a:rPr lang="de-DE" dirty="0"/>
              <a:t>Unmissverständlich</a:t>
            </a:r>
          </a:p>
          <a:p>
            <a:pPr lvl="1"/>
            <a:r>
              <a:rPr lang="de-DE" dirty="0"/>
              <a:t>Prägnant</a:t>
            </a:r>
          </a:p>
          <a:p>
            <a:pPr lvl="1"/>
            <a:r>
              <a:rPr lang="de-DE" dirty="0"/>
              <a:t>Synchron zur Realisierung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Dokumentation ist alles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5A25B6-8BD5-3357-1FA8-28D6BEB50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8949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de-DE" altLang="zh-CN" dirty="0"/>
              <a:t>(Formale) Prosa-Texte</a:t>
            </a:r>
          </a:p>
          <a:p>
            <a:pPr lvl="1"/>
            <a:r>
              <a:rPr lang="de-DE" altLang="zh-CN" dirty="0"/>
              <a:t>Fachdokumentationen</a:t>
            </a:r>
          </a:p>
          <a:p>
            <a:r>
              <a:rPr lang="de-DE" altLang="zh-CN" dirty="0"/>
              <a:t>Unified </a:t>
            </a:r>
            <a:r>
              <a:rPr lang="de-DE" altLang="zh-CN" dirty="0" err="1"/>
              <a:t>Modelling</a:t>
            </a:r>
            <a:r>
              <a:rPr lang="de-DE" altLang="zh-CN" dirty="0"/>
              <a:t> Language</a:t>
            </a:r>
          </a:p>
          <a:p>
            <a:r>
              <a:rPr lang="de-DE" altLang="zh-CN" dirty="0"/>
              <a:t>Service-Beschreibung mit </a:t>
            </a:r>
          </a:p>
          <a:p>
            <a:pPr lvl="1"/>
            <a:r>
              <a:rPr lang="de-DE" dirty="0"/>
              <a:t>Web Service Description Language</a:t>
            </a:r>
          </a:p>
          <a:p>
            <a:pPr lvl="1"/>
            <a:r>
              <a:rPr lang="de-DE" dirty="0"/>
              <a:t>WSDL ist eine Spezifikation des W3W-Konsortiums</a:t>
            </a:r>
          </a:p>
          <a:p>
            <a:pPr lvl="2"/>
            <a:r>
              <a:rPr lang="de-DE" dirty="0"/>
              <a:t>Primär nur in Kombination mit SOAP-basierten Web Services</a:t>
            </a:r>
          </a:p>
          <a:p>
            <a:r>
              <a:rPr lang="de-DE" dirty="0" err="1"/>
              <a:t>Swagger</a:t>
            </a:r>
            <a:endParaRPr lang="de-DE" dirty="0"/>
          </a:p>
          <a:p>
            <a:pPr lvl="1"/>
            <a:r>
              <a:rPr lang="de-DE" dirty="0"/>
              <a:t>Proprietäre Beschreibungssprache</a:t>
            </a:r>
          </a:p>
          <a:p>
            <a:pPr lvl="2"/>
            <a:r>
              <a:rPr lang="de-DE" dirty="0"/>
              <a:t>swagger.io</a:t>
            </a:r>
          </a:p>
          <a:p>
            <a:pPr lvl="2"/>
            <a:r>
              <a:rPr lang="de-DE" dirty="0"/>
              <a:t>UI und Code Generatoren für verschiedene Sprachen werden angeboten</a:t>
            </a:r>
          </a:p>
          <a:p>
            <a:pPr lvl="1"/>
            <a:r>
              <a:rPr lang="de-DE" dirty="0"/>
              <a:t>Primär ausgerichtet auf </a:t>
            </a:r>
            <a:r>
              <a:rPr lang="de-DE" dirty="0" err="1"/>
              <a:t>RESTful</a:t>
            </a:r>
            <a:r>
              <a:rPr lang="de-DE" dirty="0"/>
              <a:t> Web Services</a:t>
            </a:r>
          </a:p>
          <a:p>
            <a:r>
              <a:rPr lang="de-DE" dirty="0"/>
              <a:t>Elemente einer Programmiersprache</a:t>
            </a:r>
          </a:p>
          <a:p>
            <a:pPr lvl="1"/>
            <a:r>
              <a:rPr lang="de-DE" dirty="0"/>
              <a:t>Beispielsweise Java-Interfaces und Annotationen</a:t>
            </a:r>
          </a:p>
          <a:p>
            <a:pPr lvl="1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Realisierung der API-Beschreibung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C85FD8-B2B3-657F-09ED-9D05A25E5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0187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Grundprinzipien der Software-Qualität gelten auch für die Dokumentation</a:t>
            </a:r>
          </a:p>
          <a:p>
            <a:pPr lvl="1"/>
            <a:r>
              <a:rPr lang="de-DE" dirty="0" err="1"/>
              <a:t>Don't</a:t>
            </a:r>
            <a:r>
              <a:rPr lang="de-DE" dirty="0"/>
              <a:t> </a:t>
            </a:r>
            <a:r>
              <a:rPr lang="de-DE" dirty="0" err="1"/>
              <a:t>repeat</a:t>
            </a:r>
            <a:r>
              <a:rPr lang="de-DE" dirty="0"/>
              <a:t> </a:t>
            </a:r>
            <a:r>
              <a:rPr lang="de-DE" dirty="0" err="1"/>
              <a:t>yourself</a:t>
            </a:r>
            <a:r>
              <a:rPr lang="de-DE" dirty="0"/>
              <a:t>!</a:t>
            </a:r>
          </a:p>
          <a:p>
            <a:r>
              <a:rPr lang="de-DE" dirty="0"/>
              <a:t>UML-Stereotypen</a:t>
            </a:r>
          </a:p>
          <a:p>
            <a:pPr lvl="1"/>
            <a:r>
              <a:rPr lang="de-DE" dirty="0"/>
              <a:t>Prägnanter Name</a:t>
            </a:r>
          </a:p>
          <a:p>
            <a:pPr lvl="1"/>
            <a:r>
              <a:rPr lang="de-DE" dirty="0"/>
              <a:t>Gültigkeitsbereich</a:t>
            </a:r>
          </a:p>
          <a:p>
            <a:pPr lvl="1"/>
            <a:r>
              <a:rPr lang="de-DE" dirty="0"/>
              <a:t>Auswirkung</a:t>
            </a:r>
          </a:p>
          <a:p>
            <a:pPr lvl="1"/>
            <a:r>
              <a:rPr lang="de-DE" dirty="0"/>
              <a:t>Beispiel:</a:t>
            </a:r>
          </a:p>
          <a:p>
            <a:pPr lvl="2"/>
            <a:r>
              <a:rPr lang="de-DE" dirty="0"/>
              <a:t>Ein &lt;&lt;</a:t>
            </a:r>
            <a:r>
              <a:rPr lang="de-DE" dirty="0" err="1"/>
              <a:t>stateless</a:t>
            </a:r>
            <a:r>
              <a:rPr lang="de-DE" dirty="0"/>
              <a:t>&gt;&gt; System baut kein Konversationsgedächtnis auf</a:t>
            </a:r>
          </a:p>
          <a:p>
            <a:r>
              <a:rPr lang="de-DE" dirty="0"/>
              <a:t>Stereotypen sind auch unter dem Namen </a:t>
            </a:r>
            <a:r>
              <a:rPr lang="de-DE" dirty="0" err="1"/>
              <a:t>Annotations</a:t>
            </a:r>
            <a:r>
              <a:rPr lang="de-DE" dirty="0"/>
              <a:t> bekannt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Stereotypen zur Vermeidung von Redundanzen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C1BFAD-A7AA-A24B-4DE5-D72A583B7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8151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zh-CN" dirty="0"/>
              <a:t>Etablierte Protokolle stehen zur Verfügung</a:t>
            </a:r>
          </a:p>
          <a:p>
            <a:pPr lvl="1"/>
            <a:r>
              <a:rPr lang="de-DE" altLang="zh-CN" dirty="0"/>
              <a:t>SOAP</a:t>
            </a:r>
          </a:p>
          <a:p>
            <a:pPr lvl="1"/>
            <a:r>
              <a:rPr lang="de-DE" altLang="zh-CN" dirty="0"/>
              <a:t>REST</a:t>
            </a:r>
          </a:p>
          <a:p>
            <a:pPr lvl="1"/>
            <a:r>
              <a:rPr lang="de-DE" altLang="zh-CN" dirty="0"/>
              <a:t>Messaging</a:t>
            </a:r>
          </a:p>
          <a:p>
            <a:pPr lvl="1"/>
            <a:r>
              <a:rPr lang="de-DE" altLang="zh-CN" dirty="0"/>
              <a:t>Java RMI</a:t>
            </a:r>
          </a:p>
          <a:p>
            <a:r>
              <a:rPr lang="de-DE" dirty="0"/>
              <a:t>Was ist "richtig"?</a:t>
            </a:r>
          </a:p>
          <a:p>
            <a:pPr lvl="1"/>
            <a:r>
              <a:rPr lang="de-DE" dirty="0"/>
              <a:t>Messaging-System sind bleibet</a:t>
            </a:r>
          </a:p>
          <a:p>
            <a:pPr lvl="1"/>
            <a:r>
              <a:rPr lang="de-DE" dirty="0"/>
              <a:t>Trend geht zu REST</a:t>
            </a:r>
          </a:p>
          <a:p>
            <a:pPr lvl="1"/>
            <a:r>
              <a:rPr lang="de-DE" dirty="0"/>
              <a:t>SOAP wird häufig als unnötig komplex gewertet</a:t>
            </a:r>
          </a:p>
          <a:p>
            <a:pPr lvl="1"/>
            <a:r>
              <a:rPr lang="de-DE" dirty="0"/>
              <a:t>Java RMI ist eine Nischen-Lösung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 der Service-Kommunikation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13D0E9-E9DC-B53F-3778-33894FD26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7860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Eine vollständige API-Beschreibung für den Aufruf  des Services ist leider nicht genügend!</a:t>
            </a:r>
          </a:p>
          <a:p>
            <a:r>
              <a:rPr lang="de-DE" dirty="0"/>
              <a:t>Services können durch die eigentlich „interne“ und gekapselte Implementierung trotzdem gekoppelt bleiben</a:t>
            </a:r>
          </a:p>
          <a:p>
            <a:pPr lvl="1"/>
            <a:r>
              <a:rPr lang="de-DE" dirty="0"/>
              <a:t>Gemeinsam genutzte Backend-Systeme!</a:t>
            </a:r>
          </a:p>
          <a:p>
            <a:pPr lvl="1"/>
            <a:r>
              <a:rPr lang="de-DE" dirty="0"/>
              <a:t>Damit hat jeder Service damit zwei APIs, die beschrieben und stabil gehalten werden müssen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Problemstellung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52FF8C-2012-609A-5313-5B0BDECE3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5175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 mit gemeinsamen Ressourcen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9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47628" y="1520988"/>
            <a:ext cx="59309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20CAC78-E211-DE0E-A1D8-B067FB52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2839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WIKI</a:t>
            </a:r>
          </a:p>
          <a:p>
            <a:pPr lvl="1"/>
            <a:r>
              <a:rPr lang="de-DE" dirty="0">
                <a:hlinkClick r:id="rId2"/>
              </a:rPr>
              <a:t>https://de.wikipedia.org/wiki/Microservices</a:t>
            </a:r>
            <a:endParaRPr lang="de-DE" dirty="0"/>
          </a:p>
          <a:p>
            <a:r>
              <a:rPr lang="de-DE" dirty="0"/>
              <a:t>Martin Fowler</a:t>
            </a:r>
          </a:p>
          <a:p>
            <a:pPr lvl="1"/>
            <a:r>
              <a:rPr lang="de-DE" dirty="0">
                <a:hlinkClick r:id="rId3"/>
              </a:rPr>
              <a:t>https://martinfowler.com/articles/microservices.html</a:t>
            </a:r>
            <a:endParaRPr lang="de-DE" dirty="0"/>
          </a:p>
          <a:p>
            <a:r>
              <a:rPr lang="de-DE" dirty="0"/>
              <a:t>Microservice.io</a:t>
            </a:r>
          </a:p>
          <a:p>
            <a:pPr lvl="1"/>
            <a:r>
              <a:rPr lang="de-DE" dirty="0">
                <a:hlinkClick r:id="rId4"/>
              </a:rPr>
              <a:t>http://microservices.io/patterns/microservices.html</a:t>
            </a:r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Alles noch etwas im Fluss…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279A999-C521-437A-9453-9E1BF9510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1095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Microservices</a:t>
            </a:r>
            <a:r>
              <a:rPr lang="de-DE" dirty="0"/>
              <a:t> mit gekapselten Ressourcen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477967"/>
            <a:ext cx="6840538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6D62F4-41E5-8851-91EC-951CA7659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0590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Der </a:t>
            </a:r>
            <a:r>
              <a:rPr lang="de-DE" dirty="0" err="1"/>
              <a:t>Microservice</a:t>
            </a:r>
            <a:r>
              <a:rPr lang="de-DE" dirty="0"/>
              <a:t> wird durch ein </a:t>
            </a:r>
            <a:r>
              <a:rPr lang="de-DE" dirty="0" err="1"/>
              <a:t>versioniertes</a:t>
            </a:r>
            <a:r>
              <a:rPr lang="de-DE" dirty="0"/>
              <a:t> API vollständig beschrieben</a:t>
            </a:r>
          </a:p>
          <a:p>
            <a:r>
              <a:rPr lang="de-DE" dirty="0"/>
              <a:t>Die Implementierung ist komplett gekapselt</a:t>
            </a:r>
          </a:p>
          <a:p>
            <a:pPr lvl="1"/>
            <a:r>
              <a:rPr lang="de-DE" dirty="0"/>
              <a:t>Kriterium: Selbst eine Neuimplementierung ist möglich, ohne andere Services zu ändern</a:t>
            </a:r>
          </a:p>
          <a:p>
            <a:r>
              <a:rPr lang="de-DE" dirty="0"/>
              <a:t>Jeder </a:t>
            </a:r>
            <a:r>
              <a:rPr lang="de-DE" dirty="0" err="1"/>
              <a:t>Microservice</a:t>
            </a:r>
            <a:r>
              <a:rPr lang="de-DE" dirty="0"/>
              <a:t> bringt seine Backend-Ressourcen mit</a:t>
            </a:r>
          </a:p>
          <a:p>
            <a:pPr lvl="1"/>
            <a:r>
              <a:rPr lang="de-DE" dirty="0"/>
              <a:t>Kriterium: Ein Austausch eines Backend-Systems ist möglich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Microservices</a:t>
            </a:r>
            <a:r>
              <a:rPr lang="de-DE" dirty="0"/>
              <a:t> kompakt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9ADA3F-2C3A-42AD-CDF5-9C282A55E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9795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Microservice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„besteht nur aus einer überschaubaren Anzahl von Programmzeilen“</a:t>
            </a:r>
          </a:p>
          <a:p>
            <a:pPr lvl="1"/>
            <a:r>
              <a:rPr lang="de-DE" dirty="0"/>
              <a:t>„Kann in zwei Wochen neu entwickelt werden“</a:t>
            </a:r>
          </a:p>
          <a:p>
            <a:pPr lvl="1"/>
            <a:r>
              <a:rPr lang="de-DE" dirty="0"/>
              <a:t>„Wird von kleinen Teams verantwortet“</a:t>
            </a:r>
          </a:p>
          <a:p>
            <a:r>
              <a:rPr lang="de-DE" dirty="0"/>
              <a:t>Eine irreführende Bezeichnung</a:t>
            </a:r>
          </a:p>
          <a:p>
            <a:pPr lvl="1"/>
            <a:r>
              <a:rPr lang="de-DE" dirty="0"/>
              <a:t>Selbst ein „kleiner“ Service kann die Anforderungen an </a:t>
            </a:r>
            <a:r>
              <a:rPr lang="de-DE" dirty="0" err="1"/>
              <a:t>Microservices</a:t>
            </a:r>
            <a:r>
              <a:rPr lang="de-DE" dirty="0"/>
              <a:t> verletzen</a:t>
            </a:r>
          </a:p>
          <a:p>
            <a:pPr lvl="1"/>
            <a:r>
              <a:rPr lang="de-DE" dirty="0"/>
              <a:t>Auch eine komplexe (vielleicht intern sogar monolithisch realisierte!) Anwendung kann als </a:t>
            </a:r>
            <a:r>
              <a:rPr lang="de-DE" dirty="0" err="1"/>
              <a:t>Microservice</a:t>
            </a:r>
            <a:r>
              <a:rPr lang="de-DE" dirty="0"/>
              <a:t> betrieben werden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„Micro“?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A1F5CC-5110-BDFE-9EC5-622AF174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8674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Nachdem jeder </a:t>
            </a:r>
            <a:r>
              <a:rPr lang="de-DE" dirty="0" err="1"/>
              <a:t>Microservice</a:t>
            </a:r>
            <a:r>
              <a:rPr lang="de-DE" dirty="0"/>
              <a:t> seine Ressourcen intern kapselt, müssen häufig Daten-Redundanzen in Kauf genommen werden</a:t>
            </a:r>
          </a:p>
          <a:p>
            <a:pPr lvl="1"/>
            <a:r>
              <a:rPr lang="de-DE" dirty="0"/>
              <a:t>Häufig werden Redundanzen jedoch auch schon auf Grund von „</a:t>
            </a:r>
            <a:r>
              <a:rPr lang="de-DE" dirty="0" err="1"/>
              <a:t>Big&amp;Fast</a:t>
            </a:r>
            <a:r>
              <a:rPr lang="de-DE" dirty="0"/>
              <a:t> Data“ toleriert</a:t>
            </a:r>
          </a:p>
          <a:p>
            <a:pPr lvl="1"/>
            <a:r>
              <a:rPr lang="de-DE" dirty="0"/>
              <a:t>Damit haben </a:t>
            </a:r>
            <a:r>
              <a:rPr lang="de-DE" dirty="0" err="1"/>
              <a:t>Microservices</a:t>
            </a:r>
            <a:r>
              <a:rPr lang="de-DE" dirty="0"/>
              <a:t> einen direkten Bezug zu </a:t>
            </a:r>
            <a:r>
              <a:rPr lang="de-DE" dirty="0" err="1"/>
              <a:t>NoSQL</a:t>
            </a:r>
            <a:r>
              <a:rPr lang="de-DE" dirty="0"/>
              <a:t>-Themen!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Microservices</a:t>
            </a:r>
            <a:r>
              <a:rPr lang="de-DE" dirty="0"/>
              <a:t> und Daten-Redundanzen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98AE3-AC65-F9B2-2A11-4398708E4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0908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de-DE" dirty="0" err="1"/>
              <a:t>Consistency</a:t>
            </a:r>
            <a:endParaRPr lang="de-DE" dirty="0"/>
          </a:p>
          <a:p>
            <a:pPr lvl="1" eaLnBrk="1" hangingPunct="1"/>
            <a:r>
              <a:rPr lang="de-DE" sz="1800" dirty="0"/>
              <a:t>Alle Knoten haben jederzeit denselben Informationsstand</a:t>
            </a:r>
          </a:p>
          <a:p>
            <a:pPr eaLnBrk="1" hangingPunct="1"/>
            <a:r>
              <a:rPr lang="de-DE" dirty="0" err="1"/>
              <a:t>Availability</a:t>
            </a:r>
            <a:endParaRPr lang="de-DE" dirty="0"/>
          </a:p>
          <a:p>
            <a:pPr lvl="1" eaLnBrk="1" hangingPunct="1"/>
            <a:r>
              <a:rPr lang="de-DE" sz="1800" dirty="0"/>
              <a:t>Jeder Client bekommt garantiert Antwort</a:t>
            </a:r>
          </a:p>
          <a:p>
            <a:pPr lvl="2" eaLnBrk="1" hangingPunct="1"/>
            <a:r>
              <a:rPr lang="de-DE" dirty="0"/>
              <a:t>Solange zumindest ein Knoten im Cluster läuft</a:t>
            </a:r>
          </a:p>
          <a:p>
            <a:pPr eaLnBrk="1" hangingPunct="1"/>
            <a:r>
              <a:rPr lang="de-DE" dirty="0"/>
              <a:t>Partition </a:t>
            </a:r>
            <a:r>
              <a:rPr lang="de-DE" dirty="0" err="1"/>
              <a:t>Tolerance</a:t>
            </a:r>
            <a:endParaRPr lang="de-DE" dirty="0"/>
          </a:p>
          <a:p>
            <a:pPr lvl="1" eaLnBrk="1" hangingPunct="1"/>
            <a:r>
              <a:rPr lang="de-DE" sz="1800" dirty="0"/>
              <a:t>Das System toleriert</a:t>
            </a:r>
          </a:p>
          <a:p>
            <a:pPr lvl="2" eaLnBrk="1" hangingPunct="1"/>
            <a:r>
              <a:rPr lang="de-DE" dirty="0"/>
              <a:t>Den Ausfall von Knoten</a:t>
            </a:r>
          </a:p>
          <a:p>
            <a:pPr lvl="2" eaLnBrk="1" hangingPunct="1"/>
            <a:r>
              <a:rPr lang="de-DE" dirty="0"/>
              <a:t>Den Ausfall des Netzwerks zwischen Knoten</a:t>
            </a:r>
          </a:p>
        </p:txBody>
      </p:sp>
      <p:sp>
        <p:nvSpPr>
          <p:cNvPr id="49153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/>
              <a:t>Das CAP-Theorem</a:t>
            </a:r>
          </a:p>
        </p:txBody>
      </p:sp>
      <p:sp>
        <p:nvSpPr>
          <p:cNvPr id="45059" name="Fußzeilenplatzhalter 3"/>
          <p:cNvSpPr>
            <a:spLocks noGrp="1"/>
          </p:cNvSpPr>
          <p:nvPr>
            <p:ph type="ftr" sz="quarter" idx="3"/>
          </p:nvPr>
        </p:nvSpPr>
        <p:spPr bwMode="auto">
          <a:ln>
            <a:miter lim="800000"/>
            <a:headEnd/>
            <a:tailEnd/>
          </a:ln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/>
              <a:t>1.0.1225 © Rainer Sawitzki Javacream für Cegos Integrata GmbH . Seminar 33125</a:t>
            </a:r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34E703D-6A7C-F651-10D6-F1E3D4BC1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7598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Keine gemeinsame Schnittmenge!</a:t>
            </a:r>
          </a:p>
        </p:txBody>
      </p:sp>
      <p:sp>
        <p:nvSpPr>
          <p:cNvPr id="46083" name="Fußzeilenplatzhalter 3"/>
          <p:cNvSpPr>
            <a:spLocks noGrp="1"/>
          </p:cNvSpPr>
          <p:nvPr>
            <p:ph type="ftr" sz="quarter" idx="3"/>
          </p:nvPr>
        </p:nvSpPr>
        <p:spPr bwMode="auto">
          <a:ln>
            <a:miter lim="800000"/>
            <a:headEnd/>
            <a:tailEnd/>
          </a:ln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/>
              <a:t>1.0.1225 © Rainer Sawitzki Javacream für Cegos Integrata GmbH . Seminar 33125</a:t>
            </a:r>
            <a:endParaRPr/>
          </a:p>
        </p:txBody>
      </p:sp>
      <p:grpSp>
        <p:nvGrpSpPr>
          <p:cNvPr id="3" name="Gruppieren 2"/>
          <p:cNvGrpSpPr/>
          <p:nvPr/>
        </p:nvGrpSpPr>
        <p:grpSpPr>
          <a:xfrm>
            <a:off x="3216275" y="1412875"/>
            <a:ext cx="5327650" cy="3671888"/>
            <a:chOff x="1692275" y="1412875"/>
            <a:chExt cx="5327650" cy="3671888"/>
          </a:xfrm>
        </p:grpSpPr>
        <p:sp>
          <p:nvSpPr>
            <p:cNvPr id="12" name="Gleichschenkliges Dreieck 11"/>
            <p:cNvSpPr/>
            <p:nvPr/>
          </p:nvSpPr>
          <p:spPr>
            <a:xfrm>
              <a:off x="2771775" y="1412875"/>
              <a:ext cx="3168650" cy="2160588"/>
            </a:xfrm>
            <a:prstGeom prst="triangl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de-DE" b="1" dirty="0" err="1"/>
                <a:t>Consistency</a:t>
              </a:r>
              <a:endParaRPr lang="de-DE" b="1" dirty="0"/>
            </a:p>
          </p:txBody>
        </p:sp>
        <p:sp>
          <p:nvSpPr>
            <p:cNvPr id="15" name="Gleichschenkliges Dreieck 14"/>
            <p:cNvSpPr/>
            <p:nvPr/>
          </p:nvSpPr>
          <p:spPr>
            <a:xfrm>
              <a:off x="1692275" y="2924175"/>
              <a:ext cx="3167063" cy="2160588"/>
            </a:xfrm>
            <a:prstGeom prst="triangle">
              <a:avLst/>
            </a:prstGeom>
            <a:solidFill>
              <a:srgbClr val="92D05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e-DE" sz="2000" b="1" dirty="0" err="1"/>
                <a:t>Availability</a:t>
              </a:r>
              <a:endParaRPr lang="de-DE" sz="2000" b="1" dirty="0"/>
            </a:p>
          </p:txBody>
        </p:sp>
        <p:sp>
          <p:nvSpPr>
            <p:cNvPr id="16" name="Gleichschenkliges Dreieck 15"/>
            <p:cNvSpPr/>
            <p:nvPr/>
          </p:nvSpPr>
          <p:spPr>
            <a:xfrm>
              <a:off x="3851275" y="2924175"/>
              <a:ext cx="3168650" cy="2160588"/>
            </a:xfrm>
            <a:prstGeom prst="triangle">
              <a:avLst/>
            </a:prstGeom>
            <a:solidFill>
              <a:srgbClr val="FF0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e-DE" sz="2000" b="1" dirty="0"/>
                <a:t>Partition</a:t>
              </a:r>
            </a:p>
            <a:p>
              <a:pPr algn="ctr">
                <a:defRPr/>
              </a:pPr>
              <a:r>
                <a:rPr lang="de-DE" sz="2000" b="1" dirty="0" err="1"/>
                <a:t>Tolerance</a:t>
              </a:r>
              <a:endParaRPr lang="de-DE" sz="2000" b="1" dirty="0"/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F661EA-B8A5-3510-BF56-A3C5743EA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5441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de-DE" dirty="0" err="1"/>
              <a:t>Consistency</a:t>
            </a:r>
            <a:endParaRPr lang="de-DE" dirty="0"/>
          </a:p>
          <a:p>
            <a:pPr lvl="1" eaLnBrk="1" hangingPunct="1"/>
            <a:r>
              <a:rPr lang="de-DE" sz="1800" dirty="0"/>
              <a:t>Alle Knoten haben </a:t>
            </a:r>
            <a:r>
              <a:rPr lang="de-DE" sz="1800" b="1" dirty="0"/>
              <a:t>jederzeit </a:t>
            </a:r>
            <a:r>
              <a:rPr lang="de-DE" sz="1800" dirty="0"/>
              <a:t>denselben Informationsstand</a:t>
            </a:r>
          </a:p>
          <a:p>
            <a:pPr eaLnBrk="1" hangingPunct="1"/>
            <a:r>
              <a:rPr lang="de-DE" dirty="0" err="1"/>
              <a:t>Eventually</a:t>
            </a:r>
            <a:r>
              <a:rPr lang="de-DE" dirty="0"/>
              <a:t> </a:t>
            </a:r>
            <a:r>
              <a:rPr lang="de-DE" dirty="0" err="1"/>
              <a:t>Consistent</a:t>
            </a:r>
            <a:endParaRPr lang="de-DE" dirty="0"/>
          </a:p>
          <a:p>
            <a:pPr lvl="1" eaLnBrk="1" hangingPunct="1"/>
            <a:r>
              <a:rPr lang="de-DE" sz="1800" dirty="0"/>
              <a:t>Änderungen des Datenbestandes werden zeitlich versetzt an die anderen Knoten propagiert</a:t>
            </a:r>
          </a:p>
          <a:p>
            <a:pPr lvl="1" eaLnBrk="1" hangingPunct="1"/>
            <a:r>
              <a:rPr lang="de-DE" dirty="0"/>
              <a:t>Das System wird schlussendlich konsistent</a:t>
            </a:r>
            <a:endParaRPr lang="de-DE" sz="1800" dirty="0"/>
          </a:p>
          <a:p>
            <a:pPr eaLnBrk="1" hangingPunct="1"/>
            <a:r>
              <a:rPr lang="de-DE" dirty="0"/>
              <a:t>BASE</a:t>
            </a:r>
          </a:p>
          <a:p>
            <a:pPr lvl="1" eaLnBrk="1" hangingPunct="1"/>
            <a:r>
              <a:rPr lang="de-DE" sz="1800" b="1" dirty="0" err="1"/>
              <a:t>B</a:t>
            </a:r>
            <a:r>
              <a:rPr lang="de-DE" sz="1800" dirty="0" err="1"/>
              <a:t>asically</a:t>
            </a:r>
            <a:r>
              <a:rPr lang="de-DE" sz="1800" dirty="0"/>
              <a:t> </a:t>
            </a:r>
            <a:r>
              <a:rPr lang="de-DE" sz="1800" b="1" dirty="0" err="1"/>
              <a:t>A</a:t>
            </a:r>
            <a:r>
              <a:rPr lang="de-DE" sz="1800" dirty="0" err="1"/>
              <a:t>vailable</a:t>
            </a:r>
            <a:endParaRPr lang="de-DE" sz="1800" dirty="0"/>
          </a:p>
          <a:p>
            <a:pPr lvl="1" eaLnBrk="1" hangingPunct="1"/>
            <a:r>
              <a:rPr lang="de-DE" sz="1800" b="1" dirty="0"/>
              <a:t>S</a:t>
            </a:r>
            <a:r>
              <a:rPr lang="de-DE" sz="1800" dirty="0"/>
              <a:t>oft </a:t>
            </a:r>
            <a:r>
              <a:rPr lang="de-DE" sz="1800" dirty="0" err="1"/>
              <a:t>state</a:t>
            </a:r>
            <a:endParaRPr lang="de-DE" sz="1800" dirty="0"/>
          </a:p>
          <a:p>
            <a:pPr lvl="1" eaLnBrk="1" hangingPunct="1"/>
            <a:r>
              <a:rPr lang="de-DE" sz="1800" b="1" dirty="0"/>
              <a:t>E</a:t>
            </a:r>
            <a:r>
              <a:rPr lang="de-DE" sz="1800" dirty="0"/>
              <a:t>ventual </a:t>
            </a:r>
            <a:r>
              <a:rPr lang="de-DE" sz="1800" dirty="0" err="1"/>
              <a:t>consistency</a:t>
            </a:r>
            <a:endParaRPr lang="de-DE" sz="1800" dirty="0"/>
          </a:p>
          <a:p>
            <a:pPr eaLnBrk="1" hangingPunct="1"/>
            <a:endParaRPr lang="de-DE" dirty="0"/>
          </a:p>
        </p:txBody>
      </p:sp>
      <p:sp>
        <p:nvSpPr>
          <p:cNvPr id="51201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BASE: Ein Schlupfloch</a:t>
            </a:r>
          </a:p>
        </p:txBody>
      </p:sp>
      <p:sp>
        <p:nvSpPr>
          <p:cNvPr id="47107" name="Fußzeilenplatzhalter 3"/>
          <p:cNvSpPr>
            <a:spLocks noGrp="1"/>
          </p:cNvSpPr>
          <p:nvPr>
            <p:ph type="ftr" sz="quarter" idx="3"/>
          </p:nvPr>
        </p:nvSpPr>
        <p:spPr bwMode="auto">
          <a:ln>
            <a:miter lim="800000"/>
            <a:headEnd/>
            <a:tailEnd/>
          </a:ln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/>
              <a:t>1.0.1225 © Rainer Sawitzki Javacream für Cegos Integrata GmbH . Seminar 33125</a:t>
            </a:r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A94312C-5593-9DD1-85F9-91C8EF03B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1084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eaLnBrk="1" hangingPunct="1"/>
            <a:r>
              <a:rPr lang="de-DE" dirty="0"/>
              <a:t>ACID</a:t>
            </a:r>
          </a:p>
          <a:p>
            <a:pPr lvl="1" eaLnBrk="1" hangingPunct="1"/>
            <a:r>
              <a:rPr lang="de-DE" sz="1800" dirty="0"/>
              <a:t>Starke Konsistenz der Daten</a:t>
            </a:r>
          </a:p>
          <a:p>
            <a:pPr lvl="1" eaLnBrk="1" hangingPunct="1"/>
            <a:r>
              <a:rPr lang="de-DE" sz="1800" dirty="0"/>
              <a:t>Transaktionssteuerung</a:t>
            </a:r>
          </a:p>
          <a:p>
            <a:pPr lvl="2" eaLnBrk="1" hangingPunct="1"/>
            <a:r>
              <a:rPr lang="de-DE" dirty="0"/>
              <a:t>Transaction-Isolation</a:t>
            </a:r>
          </a:p>
          <a:p>
            <a:pPr lvl="2" eaLnBrk="1" hangingPunct="1"/>
            <a:r>
              <a:rPr lang="de-DE" dirty="0"/>
              <a:t>Bei Bedarf Zwei-Phasen-Commit</a:t>
            </a:r>
          </a:p>
          <a:p>
            <a:pPr lvl="1" eaLnBrk="1" hangingPunct="1"/>
            <a:r>
              <a:rPr lang="de-DE" sz="1800" dirty="0"/>
              <a:t>Relativ komplexe Entwicklung</a:t>
            </a:r>
          </a:p>
          <a:p>
            <a:pPr eaLnBrk="1" hangingPunct="1"/>
            <a:r>
              <a:rPr lang="de-DE" dirty="0"/>
              <a:t>BASE</a:t>
            </a:r>
          </a:p>
          <a:p>
            <a:pPr lvl="1" eaLnBrk="1" hangingPunct="1"/>
            <a:r>
              <a:rPr lang="de-DE" sz="1800" dirty="0"/>
              <a:t>Schwache Konsistenz</a:t>
            </a:r>
          </a:p>
          <a:p>
            <a:pPr lvl="1" eaLnBrk="1" hangingPunct="1"/>
            <a:r>
              <a:rPr lang="de-DE" sz="1800" dirty="0"/>
              <a:t>Hohe Verfügbarkeit</a:t>
            </a:r>
          </a:p>
          <a:p>
            <a:pPr lvl="1" eaLnBrk="1" hangingPunct="1"/>
            <a:r>
              <a:rPr lang="de-DE" sz="1800" dirty="0"/>
              <a:t>Schnelligkeit</a:t>
            </a:r>
          </a:p>
          <a:p>
            <a:pPr lvl="2" eaLnBrk="1" hangingPunct="1"/>
            <a:r>
              <a:rPr lang="de-DE" dirty="0"/>
              <a:t>Bei Bedarf „</a:t>
            </a:r>
            <a:r>
              <a:rPr lang="de-DE" dirty="0" err="1"/>
              <a:t>Fire-and-forget</a:t>
            </a:r>
            <a:r>
              <a:rPr lang="de-DE" dirty="0"/>
              <a:t>“</a:t>
            </a:r>
          </a:p>
          <a:p>
            <a:pPr lvl="1" eaLnBrk="1" hangingPunct="1"/>
            <a:r>
              <a:rPr lang="de-DE" sz="1800" dirty="0"/>
              <a:t>Leichtere Entwicklung</a:t>
            </a:r>
          </a:p>
        </p:txBody>
      </p:sp>
      <p:sp>
        <p:nvSpPr>
          <p:cNvPr id="52225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ACID und BASE</a:t>
            </a:r>
          </a:p>
        </p:txBody>
      </p:sp>
      <p:sp>
        <p:nvSpPr>
          <p:cNvPr id="48131" name="Fußzeilenplatzhalter 3"/>
          <p:cNvSpPr>
            <a:spLocks noGrp="1"/>
          </p:cNvSpPr>
          <p:nvPr>
            <p:ph type="ftr" sz="quarter" idx="3"/>
          </p:nvPr>
        </p:nvSpPr>
        <p:spPr bwMode="auto">
          <a:ln>
            <a:miter lim="800000"/>
            <a:headEnd/>
            <a:tailEnd/>
          </a:ln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/>
              <a:t>1.0.1225 © Rainer Sawitzki Javacream für Cegos Integrata GmbH . Seminar 33125</a:t>
            </a:r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CB7C70-4CBB-E8F7-D9A5-019A2E15E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4871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Synchronisation durch Implementierung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grpSp>
        <p:nvGrpSpPr>
          <p:cNvPr id="35" name="Gruppieren 34"/>
          <p:cNvGrpSpPr/>
          <p:nvPr/>
        </p:nvGrpSpPr>
        <p:grpSpPr>
          <a:xfrm>
            <a:off x="2531604" y="1448780"/>
            <a:ext cx="4896544" cy="4608512"/>
            <a:chOff x="143508" y="1448780"/>
            <a:chExt cx="4896544" cy="4608512"/>
          </a:xfrm>
        </p:grpSpPr>
        <p:grpSp>
          <p:nvGrpSpPr>
            <p:cNvPr id="11" name="Gruppieren 10"/>
            <p:cNvGrpSpPr/>
            <p:nvPr/>
          </p:nvGrpSpPr>
          <p:grpSpPr>
            <a:xfrm>
              <a:off x="539552" y="1448780"/>
              <a:ext cx="4500500" cy="2016224"/>
              <a:chOff x="539552" y="1448780"/>
              <a:chExt cx="4500500" cy="2016224"/>
            </a:xfrm>
          </p:grpSpPr>
          <p:sp>
            <p:nvSpPr>
              <p:cNvPr id="7" name="Rechteck 6"/>
              <p:cNvSpPr/>
              <p:nvPr/>
            </p:nvSpPr>
            <p:spPr>
              <a:xfrm>
                <a:off x="1079612" y="1448780"/>
                <a:ext cx="3960440" cy="201622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dirty="0" err="1">
                    <a:solidFill>
                      <a:schemeClr val="tx1"/>
                    </a:solidFill>
                  </a:rPr>
                  <a:t>Microservice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hteck 7"/>
              <p:cNvSpPr/>
              <p:nvPr/>
            </p:nvSpPr>
            <p:spPr>
              <a:xfrm>
                <a:off x="539552" y="1844824"/>
                <a:ext cx="720080" cy="1116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API</a:t>
                </a:r>
              </a:p>
            </p:txBody>
          </p:sp>
          <p:sp>
            <p:nvSpPr>
              <p:cNvPr id="9" name="Flussdiagramm: Magnetplattenspeicher 8"/>
              <p:cNvSpPr/>
              <p:nvPr/>
            </p:nvSpPr>
            <p:spPr>
              <a:xfrm>
                <a:off x="3491880" y="1952836"/>
                <a:ext cx="1332148" cy="1008112"/>
              </a:xfrm>
              <a:prstGeom prst="flowChartMagneticDisk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Storage</a:t>
                </a:r>
              </a:p>
            </p:txBody>
          </p:sp>
          <p:sp>
            <p:nvSpPr>
              <p:cNvPr id="10" name="Rechteck 9"/>
              <p:cNvSpPr/>
              <p:nvPr/>
            </p:nvSpPr>
            <p:spPr>
              <a:xfrm>
                <a:off x="1583668" y="1988840"/>
                <a:ext cx="1656184" cy="86409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Logik</a:t>
                </a:r>
              </a:p>
            </p:txBody>
          </p:sp>
        </p:grpSp>
        <p:grpSp>
          <p:nvGrpSpPr>
            <p:cNvPr id="12" name="Gruppieren 11"/>
            <p:cNvGrpSpPr/>
            <p:nvPr/>
          </p:nvGrpSpPr>
          <p:grpSpPr>
            <a:xfrm>
              <a:off x="539552" y="4041068"/>
              <a:ext cx="4500500" cy="2016224"/>
              <a:chOff x="539552" y="1448780"/>
              <a:chExt cx="4500500" cy="2016224"/>
            </a:xfrm>
          </p:grpSpPr>
          <p:sp>
            <p:nvSpPr>
              <p:cNvPr id="13" name="Rechteck 12"/>
              <p:cNvSpPr/>
              <p:nvPr/>
            </p:nvSpPr>
            <p:spPr>
              <a:xfrm>
                <a:off x="1079612" y="1448780"/>
                <a:ext cx="3960440" cy="201622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dirty="0" err="1">
                    <a:solidFill>
                      <a:schemeClr val="tx1"/>
                    </a:solidFill>
                  </a:rPr>
                  <a:t>Microservice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hteck 13"/>
              <p:cNvSpPr/>
              <p:nvPr/>
            </p:nvSpPr>
            <p:spPr>
              <a:xfrm>
                <a:off x="539552" y="1844824"/>
                <a:ext cx="720080" cy="1116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API</a:t>
                </a:r>
              </a:p>
            </p:txBody>
          </p:sp>
          <p:sp>
            <p:nvSpPr>
              <p:cNvPr id="15" name="Flussdiagramm: Magnetplattenspeicher 14"/>
              <p:cNvSpPr/>
              <p:nvPr/>
            </p:nvSpPr>
            <p:spPr>
              <a:xfrm>
                <a:off x="3527884" y="1916832"/>
                <a:ext cx="1332148" cy="1008112"/>
              </a:xfrm>
              <a:prstGeom prst="flowChartMagneticDisk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Storage</a:t>
                </a:r>
              </a:p>
            </p:txBody>
          </p:sp>
          <p:sp>
            <p:nvSpPr>
              <p:cNvPr id="16" name="Rechteck 15"/>
              <p:cNvSpPr/>
              <p:nvPr/>
            </p:nvSpPr>
            <p:spPr>
              <a:xfrm>
                <a:off x="1583668" y="1988840"/>
                <a:ext cx="1656184" cy="86409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Logik</a:t>
                </a:r>
              </a:p>
            </p:txBody>
          </p:sp>
        </p:grpSp>
        <p:cxnSp>
          <p:nvCxnSpPr>
            <p:cNvPr id="20" name="Gewinkelte Verbindung 19"/>
            <p:cNvCxnSpPr/>
            <p:nvPr/>
          </p:nvCxnSpPr>
          <p:spPr>
            <a:xfrm>
              <a:off x="143508" y="2469592"/>
              <a:ext cx="504056" cy="12700"/>
            </a:xfrm>
            <a:prstGeom prst="bentConnector3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/>
            <p:cNvCxnSpPr>
              <a:stCxn id="8" idx="3"/>
              <a:endCxn id="10" idx="1"/>
            </p:cNvCxnSpPr>
            <p:nvPr/>
          </p:nvCxnSpPr>
          <p:spPr>
            <a:xfrm>
              <a:off x="1259632" y="2402886"/>
              <a:ext cx="324036" cy="18002"/>
            </a:xfrm>
            <a:prstGeom prst="straightConnector1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/>
            <p:cNvCxnSpPr>
              <a:stCxn id="10" idx="3"/>
            </p:cNvCxnSpPr>
            <p:nvPr/>
          </p:nvCxnSpPr>
          <p:spPr>
            <a:xfrm flipV="1">
              <a:off x="3239852" y="2402886"/>
              <a:ext cx="252028" cy="18002"/>
            </a:xfrm>
            <a:prstGeom prst="straightConnector1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winkelte Verbindung 28"/>
            <p:cNvCxnSpPr>
              <a:stCxn id="10" idx="2"/>
              <a:endCxn id="14" idx="1"/>
            </p:cNvCxnSpPr>
            <p:nvPr/>
          </p:nvCxnSpPr>
          <p:spPr>
            <a:xfrm rot="5400000">
              <a:off x="404537" y="2987951"/>
              <a:ext cx="2142238" cy="1872208"/>
            </a:xfrm>
            <a:prstGeom prst="bentConnector4">
              <a:avLst>
                <a:gd name="adj1" fmla="val 36975"/>
                <a:gd name="adj2" fmla="val 112210"/>
              </a:avLst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winkelte Verbindung 30"/>
            <p:cNvCxnSpPr>
              <a:stCxn id="14" idx="3"/>
              <a:endCxn id="16" idx="1"/>
            </p:cNvCxnSpPr>
            <p:nvPr/>
          </p:nvCxnSpPr>
          <p:spPr>
            <a:xfrm>
              <a:off x="1259632" y="4995174"/>
              <a:ext cx="324036" cy="18002"/>
            </a:xfrm>
            <a:prstGeom prst="bentConnector3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winkelte Verbindung 32"/>
            <p:cNvCxnSpPr>
              <a:stCxn id="16" idx="3"/>
              <a:endCxn id="15" idx="2"/>
            </p:cNvCxnSpPr>
            <p:nvPr/>
          </p:nvCxnSpPr>
          <p:spPr>
            <a:xfrm>
              <a:off x="3239852" y="5013176"/>
              <a:ext cx="288032" cy="12700"/>
            </a:xfrm>
            <a:prstGeom prst="bentConnector3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43B22885-9B5D-FC38-0D5B-9BC4AF789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9898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Synchronisation durch Data Pump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grpSp>
        <p:nvGrpSpPr>
          <p:cNvPr id="59" name="Gruppieren 58"/>
          <p:cNvGrpSpPr/>
          <p:nvPr/>
        </p:nvGrpSpPr>
        <p:grpSpPr>
          <a:xfrm>
            <a:off x="1667508" y="1448780"/>
            <a:ext cx="8280920" cy="4608512"/>
            <a:chOff x="143508" y="1448780"/>
            <a:chExt cx="8280920" cy="4608512"/>
          </a:xfrm>
        </p:grpSpPr>
        <p:grpSp>
          <p:nvGrpSpPr>
            <p:cNvPr id="42" name="Gruppieren 41"/>
            <p:cNvGrpSpPr/>
            <p:nvPr/>
          </p:nvGrpSpPr>
          <p:grpSpPr>
            <a:xfrm>
              <a:off x="539552" y="1448780"/>
              <a:ext cx="5523927" cy="2016224"/>
              <a:chOff x="539552" y="1448780"/>
              <a:chExt cx="5523927" cy="2016224"/>
            </a:xfrm>
          </p:grpSpPr>
          <p:sp>
            <p:nvSpPr>
              <p:cNvPr id="7" name="Rechteck 6"/>
              <p:cNvSpPr/>
              <p:nvPr/>
            </p:nvSpPr>
            <p:spPr>
              <a:xfrm>
                <a:off x="1079612" y="1448780"/>
                <a:ext cx="4284476" cy="201622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dirty="0" err="1">
                    <a:solidFill>
                      <a:schemeClr val="tx1"/>
                    </a:solidFill>
                  </a:rPr>
                  <a:t>Microservice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hteck 7"/>
              <p:cNvSpPr/>
              <p:nvPr/>
            </p:nvSpPr>
            <p:spPr>
              <a:xfrm>
                <a:off x="539552" y="1844824"/>
                <a:ext cx="720080" cy="1116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API</a:t>
                </a:r>
              </a:p>
            </p:txBody>
          </p:sp>
          <p:sp>
            <p:nvSpPr>
              <p:cNvPr id="9" name="Flussdiagramm: Magnetplattenspeicher 8"/>
              <p:cNvSpPr/>
              <p:nvPr/>
            </p:nvSpPr>
            <p:spPr>
              <a:xfrm>
                <a:off x="3491880" y="1952836"/>
                <a:ext cx="1332148" cy="1008112"/>
              </a:xfrm>
              <a:prstGeom prst="flowChartMagneticDisk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Storage</a:t>
                </a:r>
              </a:p>
            </p:txBody>
          </p:sp>
          <p:sp>
            <p:nvSpPr>
              <p:cNvPr id="10" name="Rechteck 9"/>
              <p:cNvSpPr/>
              <p:nvPr/>
            </p:nvSpPr>
            <p:spPr>
              <a:xfrm>
                <a:off x="1583668" y="1988840"/>
                <a:ext cx="1656184" cy="86409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Logik</a:t>
                </a:r>
              </a:p>
            </p:txBody>
          </p:sp>
          <p:sp>
            <p:nvSpPr>
              <p:cNvPr id="24" name="Rechteck 23"/>
              <p:cNvSpPr/>
              <p:nvPr/>
            </p:nvSpPr>
            <p:spPr>
              <a:xfrm>
                <a:off x="5343399" y="1889702"/>
                <a:ext cx="720080" cy="11161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 err="1">
                    <a:solidFill>
                      <a:schemeClr val="tx1"/>
                    </a:solidFill>
                  </a:rPr>
                  <a:t>SyncAPI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0" name="Gewinkelte Verbindung 19"/>
            <p:cNvCxnSpPr/>
            <p:nvPr/>
          </p:nvCxnSpPr>
          <p:spPr>
            <a:xfrm>
              <a:off x="143508" y="2456892"/>
              <a:ext cx="504056" cy="12700"/>
            </a:xfrm>
            <a:prstGeom prst="bentConnector3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/>
            <p:cNvCxnSpPr>
              <a:stCxn id="8" idx="3"/>
              <a:endCxn id="10" idx="1"/>
            </p:cNvCxnSpPr>
            <p:nvPr/>
          </p:nvCxnSpPr>
          <p:spPr>
            <a:xfrm>
              <a:off x="1259632" y="2402886"/>
              <a:ext cx="324036" cy="18002"/>
            </a:xfrm>
            <a:prstGeom prst="straightConnector1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/>
            <p:cNvCxnSpPr>
              <a:stCxn id="10" idx="3"/>
            </p:cNvCxnSpPr>
            <p:nvPr/>
          </p:nvCxnSpPr>
          <p:spPr>
            <a:xfrm flipV="1">
              <a:off x="3239852" y="2402886"/>
              <a:ext cx="252028" cy="18002"/>
            </a:xfrm>
            <a:prstGeom prst="straightConnector1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Ellipse 2"/>
            <p:cNvSpPr/>
            <p:nvPr/>
          </p:nvSpPr>
          <p:spPr>
            <a:xfrm>
              <a:off x="6408204" y="3014954"/>
              <a:ext cx="2016224" cy="149416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Data Pump</a:t>
              </a:r>
            </a:p>
          </p:txBody>
        </p:sp>
        <p:cxnSp>
          <p:nvCxnSpPr>
            <p:cNvPr id="18" name="Gewinkelte Verbindung 17"/>
            <p:cNvCxnSpPr>
              <a:stCxn id="24" idx="3"/>
              <a:endCxn id="3" idx="0"/>
            </p:cNvCxnSpPr>
            <p:nvPr/>
          </p:nvCxnSpPr>
          <p:spPr>
            <a:xfrm>
              <a:off x="6063479" y="2447764"/>
              <a:ext cx="1352837" cy="567190"/>
            </a:xfrm>
            <a:prstGeom prst="bentConnector2">
              <a:avLst/>
            </a:prstGeom>
            <a:ln w="41275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winkelte Verbindung 20"/>
            <p:cNvCxnSpPr>
              <a:stCxn id="3" idx="4"/>
              <a:endCxn id="48" idx="3"/>
            </p:cNvCxnSpPr>
            <p:nvPr/>
          </p:nvCxnSpPr>
          <p:spPr>
            <a:xfrm rot="5400000">
              <a:off x="6474432" y="4098168"/>
              <a:ext cx="530932" cy="1352837"/>
            </a:xfrm>
            <a:prstGeom prst="bentConnector2">
              <a:avLst/>
            </a:prstGeom>
            <a:ln w="41275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winkelte Verbindung 40"/>
            <p:cNvCxnSpPr>
              <a:endCxn id="9" idx="4"/>
            </p:cNvCxnSpPr>
            <p:nvPr/>
          </p:nvCxnSpPr>
          <p:spPr>
            <a:xfrm rot="10800000">
              <a:off x="4824028" y="2456892"/>
              <a:ext cx="540060" cy="198022"/>
            </a:xfrm>
            <a:prstGeom prst="bentConnector3">
              <a:avLst>
                <a:gd name="adj1" fmla="val 50000"/>
              </a:avLst>
            </a:prstGeom>
            <a:ln w="41275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uppieren 42"/>
            <p:cNvGrpSpPr/>
            <p:nvPr/>
          </p:nvGrpSpPr>
          <p:grpSpPr>
            <a:xfrm>
              <a:off x="539552" y="4041068"/>
              <a:ext cx="5523927" cy="2016224"/>
              <a:chOff x="539552" y="1448780"/>
              <a:chExt cx="5523927" cy="2016224"/>
            </a:xfrm>
          </p:grpSpPr>
          <p:sp>
            <p:nvSpPr>
              <p:cNvPr id="44" name="Rechteck 43"/>
              <p:cNvSpPr/>
              <p:nvPr/>
            </p:nvSpPr>
            <p:spPr>
              <a:xfrm>
                <a:off x="1079612" y="1448780"/>
                <a:ext cx="4284476" cy="201622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dirty="0" err="1">
                    <a:solidFill>
                      <a:schemeClr val="tx1"/>
                    </a:solidFill>
                  </a:rPr>
                  <a:t>Microservice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hteck 44"/>
              <p:cNvSpPr/>
              <p:nvPr/>
            </p:nvSpPr>
            <p:spPr>
              <a:xfrm>
                <a:off x="539552" y="1844824"/>
                <a:ext cx="720080" cy="1116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API</a:t>
                </a:r>
              </a:p>
            </p:txBody>
          </p:sp>
          <p:sp>
            <p:nvSpPr>
              <p:cNvPr id="46" name="Flussdiagramm: Magnetplattenspeicher 45"/>
              <p:cNvSpPr/>
              <p:nvPr/>
            </p:nvSpPr>
            <p:spPr>
              <a:xfrm>
                <a:off x="3491880" y="1952836"/>
                <a:ext cx="1332148" cy="1008112"/>
              </a:xfrm>
              <a:prstGeom prst="flowChartMagneticDisk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Storage</a:t>
                </a:r>
              </a:p>
            </p:txBody>
          </p:sp>
          <p:sp>
            <p:nvSpPr>
              <p:cNvPr id="47" name="Rechteck 46"/>
              <p:cNvSpPr/>
              <p:nvPr/>
            </p:nvSpPr>
            <p:spPr>
              <a:xfrm>
                <a:off x="1583668" y="1988840"/>
                <a:ext cx="1656184" cy="86409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Logik</a:t>
                </a:r>
              </a:p>
            </p:txBody>
          </p:sp>
          <p:sp>
            <p:nvSpPr>
              <p:cNvPr id="48" name="Rechteck 47"/>
              <p:cNvSpPr/>
              <p:nvPr/>
            </p:nvSpPr>
            <p:spPr>
              <a:xfrm>
                <a:off x="5343399" y="1889702"/>
                <a:ext cx="720080" cy="111612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 err="1">
                    <a:solidFill>
                      <a:schemeClr val="tx1"/>
                    </a:solidFill>
                  </a:rPr>
                  <a:t>SyncAPI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0" name="Gewinkelte Verbindung 49"/>
            <p:cNvCxnSpPr>
              <a:endCxn id="46" idx="4"/>
            </p:cNvCxnSpPr>
            <p:nvPr/>
          </p:nvCxnSpPr>
          <p:spPr>
            <a:xfrm rot="10800000">
              <a:off x="4824028" y="5049180"/>
              <a:ext cx="540060" cy="252028"/>
            </a:xfrm>
            <a:prstGeom prst="bentConnector3">
              <a:avLst>
                <a:gd name="adj1" fmla="val 50000"/>
              </a:avLst>
            </a:prstGeom>
            <a:ln w="41275">
              <a:solidFill>
                <a:schemeClr val="accent4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90E4C009-FAFA-8282-499A-913B12F2D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9115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Synchronisation durch Data Service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grpSp>
        <p:nvGrpSpPr>
          <p:cNvPr id="43" name="Gruppieren 42"/>
          <p:cNvGrpSpPr/>
          <p:nvPr/>
        </p:nvGrpSpPr>
        <p:grpSpPr>
          <a:xfrm>
            <a:off x="1667508" y="1448780"/>
            <a:ext cx="8856984" cy="4680520"/>
            <a:chOff x="143508" y="1448780"/>
            <a:chExt cx="8856984" cy="4680520"/>
          </a:xfrm>
        </p:grpSpPr>
        <p:sp>
          <p:nvSpPr>
            <p:cNvPr id="7" name="Rechteck 6"/>
            <p:cNvSpPr/>
            <p:nvPr/>
          </p:nvSpPr>
          <p:spPr>
            <a:xfrm>
              <a:off x="1079612" y="1448780"/>
              <a:ext cx="2844316" cy="20162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Microservice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8" name="Rechteck 7"/>
            <p:cNvSpPr/>
            <p:nvPr/>
          </p:nvSpPr>
          <p:spPr>
            <a:xfrm>
              <a:off x="539552" y="1844824"/>
              <a:ext cx="720080" cy="11161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API</a:t>
              </a:r>
            </a:p>
          </p:txBody>
        </p:sp>
        <p:sp>
          <p:nvSpPr>
            <p:cNvPr id="9" name="Flussdiagramm: Magnetplattenspeicher 8"/>
            <p:cNvSpPr/>
            <p:nvPr/>
          </p:nvSpPr>
          <p:spPr>
            <a:xfrm>
              <a:off x="2951820" y="2911861"/>
              <a:ext cx="828092" cy="540060"/>
            </a:xfrm>
            <a:prstGeom prst="flowChartMagneticDisk">
              <a:avLst/>
            </a:prstGeom>
            <a:solidFill>
              <a:schemeClr val="accent4">
                <a:lumMod val="7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Rechteck 9"/>
            <p:cNvSpPr/>
            <p:nvPr/>
          </p:nvSpPr>
          <p:spPr>
            <a:xfrm>
              <a:off x="1583668" y="1988840"/>
              <a:ext cx="1656184" cy="86409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Logik</a:t>
              </a:r>
            </a:p>
          </p:txBody>
        </p:sp>
        <p:cxnSp>
          <p:nvCxnSpPr>
            <p:cNvPr id="20" name="Gewinkelte Verbindung 19"/>
            <p:cNvCxnSpPr/>
            <p:nvPr/>
          </p:nvCxnSpPr>
          <p:spPr>
            <a:xfrm>
              <a:off x="143508" y="2456892"/>
              <a:ext cx="504056" cy="12700"/>
            </a:xfrm>
            <a:prstGeom prst="bentConnector3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/>
            <p:cNvCxnSpPr>
              <a:stCxn id="8" idx="3"/>
              <a:endCxn id="10" idx="1"/>
            </p:cNvCxnSpPr>
            <p:nvPr/>
          </p:nvCxnSpPr>
          <p:spPr>
            <a:xfrm>
              <a:off x="1259632" y="2402886"/>
              <a:ext cx="324036" cy="18002"/>
            </a:xfrm>
            <a:prstGeom prst="straightConnector1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winkelte Verbindung 28"/>
            <p:cNvCxnSpPr>
              <a:stCxn id="10" idx="3"/>
              <a:endCxn id="24" idx="0"/>
            </p:cNvCxnSpPr>
            <p:nvPr/>
          </p:nvCxnSpPr>
          <p:spPr>
            <a:xfrm>
              <a:off x="3239852" y="2420888"/>
              <a:ext cx="1620180" cy="720080"/>
            </a:xfrm>
            <a:prstGeom prst="bentConnector2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uppieren 21"/>
            <p:cNvGrpSpPr/>
            <p:nvPr/>
          </p:nvGrpSpPr>
          <p:grpSpPr>
            <a:xfrm>
              <a:off x="4499992" y="2744924"/>
              <a:ext cx="4500500" cy="2016224"/>
              <a:chOff x="539552" y="1448780"/>
              <a:chExt cx="4500500" cy="2016224"/>
            </a:xfrm>
          </p:grpSpPr>
          <p:sp>
            <p:nvSpPr>
              <p:cNvPr id="23" name="Rechteck 22"/>
              <p:cNvSpPr/>
              <p:nvPr/>
            </p:nvSpPr>
            <p:spPr>
              <a:xfrm>
                <a:off x="1079612" y="1448780"/>
                <a:ext cx="3960440" cy="201622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Data </a:t>
                </a:r>
                <a:r>
                  <a:rPr lang="de-DE" dirty="0" err="1">
                    <a:solidFill>
                      <a:schemeClr val="tx1"/>
                    </a:solidFill>
                  </a:rPr>
                  <a:t>Microservice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hteck 23"/>
              <p:cNvSpPr/>
              <p:nvPr/>
            </p:nvSpPr>
            <p:spPr>
              <a:xfrm>
                <a:off x="539552" y="1844824"/>
                <a:ext cx="720080" cy="111612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API</a:t>
                </a:r>
              </a:p>
            </p:txBody>
          </p:sp>
          <p:sp>
            <p:nvSpPr>
              <p:cNvPr id="26" name="Flussdiagramm: Magnetplattenspeicher 25"/>
              <p:cNvSpPr/>
              <p:nvPr/>
            </p:nvSpPr>
            <p:spPr>
              <a:xfrm>
                <a:off x="3491880" y="1952836"/>
                <a:ext cx="1332148" cy="1008112"/>
              </a:xfrm>
              <a:prstGeom prst="flowChartMagneticDisk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Storage</a:t>
                </a:r>
              </a:p>
            </p:txBody>
          </p:sp>
          <p:sp>
            <p:nvSpPr>
              <p:cNvPr id="28" name="Rechteck 27"/>
              <p:cNvSpPr/>
              <p:nvPr/>
            </p:nvSpPr>
            <p:spPr>
              <a:xfrm>
                <a:off x="1583668" y="1988840"/>
                <a:ext cx="1656184" cy="864096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Logik</a:t>
                </a:r>
              </a:p>
            </p:txBody>
          </p:sp>
        </p:grpSp>
        <p:sp>
          <p:nvSpPr>
            <p:cNvPr id="34" name="Rechteck 33"/>
            <p:cNvSpPr/>
            <p:nvPr/>
          </p:nvSpPr>
          <p:spPr>
            <a:xfrm>
              <a:off x="1079612" y="4113076"/>
              <a:ext cx="2844316" cy="201622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Microservice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5" name="Rechteck 34"/>
            <p:cNvSpPr/>
            <p:nvPr/>
          </p:nvSpPr>
          <p:spPr>
            <a:xfrm>
              <a:off x="539552" y="4509120"/>
              <a:ext cx="720080" cy="11161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API</a:t>
              </a:r>
            </a:p>
          </p:txBody>
        </p:sp>
        <p:sp>
          <p:nvSpPr>
            <p:cNvPr id="36" name="Flussdiagramm: Magnetplattenspeicher 35"/>
            <p:cNvSpPr/>
            <p:nvPr/>
          </p:nvSpPr>
          <p:spPr>
            <a:xfrm>
              <a:off x="2951820" y="5576157"/>
              <a:ext cx="828092" cy="540060"/>
            </a:xfrm>
            <a:prstGeom prst="flowChartMagneticDisk">
              <a:avLst/>
            </a:prstGeom>
            <a:solidFill>
              <a:schemeClr val="accent4">
                <a:lumMod val="7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7" name="Rechteck 36"/>
            <p:cNvSpPr/>
            <p:nvPr/>
          </p:nvSpPr>
          <p:spPr>
            <a:xfrm>
              <a:off x="1583668" y="4653136"/>
              <a:ext cx="1656184" cy="86409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Logik</a:t>
              </a:r>
            </a:p>
          </p:txBody>
        </p:sp>
        <p:cxnSp>
          <p:nvCxnSpPr>
            <p:cNvPr id="38" name="Gewinkelte Verbindung 37"/>
            <p:cNvCxnSpPr/>
            <p:nvPr/>
          </p:nvCxnSpPr>
          <p:spPr>
            <a:xfrm>
              <a:off x="143508" y="5121188"/>
              <a:ext cx="504056" cy="12700"/>
            </a:xfrm>
            <a:prstGeom prst="bentConnector3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mit Pfeil 38"/>
            <p:cNvCxnSpPr>
              <a:stCxn id="35" idx="3"/>
              <a:endCxn id="37" idx="1"/>
            </p:cNvCxnSpPr>
            <p:nvPr/>
          </p:nvCxnSpPr>
          <p:spPr>
            <a:xfrm>
              <a:off x="1259632" y="5067182"/>
              <a:ext cx="324036" cy="18002"/>
            </a:xfrm>
            <a:prstGeom prst="straightConnector1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winkelte Verbindung 39"/>
            <p:cNvCxnSpPr>
              <a:stCxn id="37" idx="3"/>
              <a:endCxn id="24" idx="2"/>
            </p:cNvCxnSpPr>
            <p:nvPr/>
          </p:nvCxnSpPr>
          <p:spPr>
            <a:xfrm flipV="1">
              <a:off x="3239852" y="4257092"/>
              <a:ext cx="1620180" cy="828092"/>
            </a:xfrm>
            <a:prstGeom prst="bentConnector2">
              <a:avLst/>
            </a:prstGeom>
            <a:ln w="412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13E94F3-719E-02AB-54D1-AB7E5A691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4239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6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de-DE" dirty="0"/>
              <a:t>SOAP-basierte Web Services verlangen eine Schnittstellen-Beschreibung</a:t>
            </a:r>
          </a:p>
          <a:p>
            <a:pPr lvl="1"/>
            <a:r>
              <a:rPr lang="de-DE" altLang="de-DE" dirty="0"/>
              <a:t>Formulierung in der Web Services Description Language, WSDL</a:t>
            </a:r>
          </a:p>
          <a:p>
            <a:pPr lvl="1"/>
            <a:r>
              <a:rPr lang="de-DE" altLang="de-DE" dirty="0"/>
              <a:t>WSDL ist ein XML-Schema zur Beschreibung eines Interfaces bestehend aus</a:t>
            </a:r>
          </a:p>
          <a:p>
            <a:pPr lvl="2"/>
            <a:r>
              <a:rPr lang="de-DE" altLang="de-DE" dirty="0"/>
              <a:t>Typen</a:t>
            </a:r>
          </a:p>
          <a:p>
            <a:pPr lvl="2"/>
            <a:r>
              <a:rPr lang="de-DE" altLang="de-DE" dirty="0"/>
              <a:t>Operationen </a:t>
            </a:r>
          </a:p>
          <a:p>
            <a:pPr lvl="2"/>
            <a:r>
              <a:rPr lang="de-DE" altLang="de-DE" dirty="0"/>
              <a:t>Ports</a:t>
            </a:r>
          </a:p>
          <a:p>
            <a:pPr lvl="1"/>
            <a:r>
              <a:rPr lang="de-DE" altLang="de-DE" dirty="0"/>
              <a:t>Eine WSDL ist damit ein XML-Dokument </a:t>
            </a:r>
          </a:p>
          <a:p>
            <a:r>
              <a:rPr lang="de-DE" altLang="de-DE" dirty="0"/>
              <a:t>Ein SOAP-</a:t>
            </a:r>
            <a:r>
              <a:rPr lang="de-DE" altLang="de-DE" dirty="0" err="1"/>
              <a:t>Envelope</a:t>
            </a:r>
            <a:r>
              <a:rPr lang="de-DE" altLang="de-DE" dirty="0"/>
              <a:t> definiert den Aufruf</a:t>
            </a:r>
          </a:p>
          <a:p>
            <a:pPr lvl="1"/>
            <a:r>
              <a:rPr lang="de-DE" altLang="de-DE" dirty="0"/>
              <a:t>SOAP ist ebenfalls ein XML-Schema</a:t>
            </a:r>
          </a:p>
          <a:p>
            <a:pPr lvl="1"/>
            <a:r>
              <a:rPr lang="de-DE" altLang="de-DE" dirty="0"/>
              <a:t>Das SOAP-Dokument wird an die Zieladresse des Web Services, den </a:t>
            </a:r>
            <a:r>
              <a:rPr lang="de-DE" altLang="de-DE" dirty="0" err="1"/>
              <a:t>Endpoint</a:t>
            </a:r>
            <a:r>
              <a:rPr lang="de-DE" altLang="de-DE" dirty="0"/>
              <a:t> gesendet</a:t>
            </a:r>
          </a:p>
          <a:p>
            <a:pPr lvl="1"/>
            <a:endParaRPr lang="de-DE" altLang="de-DE" dirty="0"/>
          </a:p>
        </p:txBody>
      </p:sp>
      <p:sp>
        <p:nvSpPr>
          <p:cNvPr id="218115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Web Services mit SOAP – Eine Lösung?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3EB37CB-67D4-8C8D-6DAC-003CF613B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5584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Definiert wird eine Service-Beschreibung in Form einer WSDL</a:t>
            </a:r>
          </a:p>
          <a:p>
            <a:r>
              <a:rPr lang="de-DE"/>
              <a:t>Realisierung</a:t>
            </a:r>
          </a:p>
          <a:p>
            <a:pPr lvl="1"/>
            <a:r>
              <a:rPr lang="de-DE"/>
              <a:t>Für die Server-Implementierung werden Code-Rümpfe erzeugt,</a:t>
            </a:r>
          </a:p>
          <a:p>
            <a:pPr lvl="1"/>
            <a:r>
              <a:rPr lang="de-DE"/>
              <a:t>für den Client fertige Stub-Klassen</a:t>
            </a:r>
          </a:p>
          <a:p>
            <a:r>
              <a:rPr lang="de-DE"/>
              <a:t>Beim Aufruf werden die SOAP-Envelopes über das Netzwerk ausgetauscht</a:t>
            </a:r>
          </a:p>
          <a:p>
            <a:endParaRPr lang="de-DE"/>
          </a:p>
        </p:txBody>
      </p:sp>
      <p:sp>
        <p:nvSpPr>
          <p:cNvPr id="219138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Benutzung von SOAP-basierten </a:t>
            </a:r>
            <a:br>
              <a:rPr lang="de-DE" dirty="0"/>
            </a:br>
            <a:r>
              <a:rPr lang="de-DE" dirty="0"/>
              <a:t>Web Services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747D888-BA79-EE0B-6A1D-3E98A2379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5232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eines SOAP-Web Services</a:t>
            </a:r>
          </a:p>
        </p:txBody>
      </p:sp>
      <p:sp>
        <p:nvSpPr>
          <p:cNvPr id="5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8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95600" y="1400717"/>
            <a:ext cx="6667500" cy="509111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B8A9F4-49EB-C895-AA3D-FDF4CB064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2031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Keine einzige Browser-Implementierung erzeugt beispielsweise beim Formular-</a:t>
            </a:r>
            <a:r>
              <a:rPr lang="de-DE" dirty="0" err="1"/>
              <a:t>Submit</a:t>
            </a:r>
            <a:r>
              <a:rPr lang="de-DE" dirty="0"/>
              <a:t> einen SOAP-</a:t>
            </a:r>
            <a:r>
              <a:rPr lang="de-DE" dirty="0" err="1"/>
              <a:t>Envelope</a:t>
            </a:r>
            <a:endParaRPr lang="de-DE" dirty="0"/>
          </a:p>
          <a:p>
            <a:r>
              <a:rPr lang="de-DE" dirty="0"/>
              <a:t>JavaScript könnte dies zwar prinzipiell, es gibt aber hierfür keine einzige ernst zu nehmende Utilities-Bibliothek</a:t>
            </a:r>
          </a:p>
          <a:p>
            <a:r>
              <a:rPr lang="de-DE" dirty="0"/>
              <a:t>Hardware und Software von Systemen sind auf http-</a:t>
            </a:r>
            <a:r>
              <a:rPr lang="de-DE" dirty="0" err="1"/>
              <a:t>Requests</a:t>
            </a:r>
            <a:r>
              <a:rPr lang="de-DE" dirty="0"/>
              <a:t> ausgerichtet</a:t>
            </a:r>
          </a:p>
          <a:p>
            <a:pPr lvl="1"/>
            <a:r>
              <a:rPr lang="de-DE" dirty="0"/>
              <a:t>Firewalls</a:t>
            </a:r>
          </a:p>
          <a:p>
            <a:pPr lvl="1"/>
            <a:r>
              <a:rPr lang="de-DE" dirty="0"/>
              <a:t>Load </a:t>
            </a:r>
            <a:r>
              <a:rPr lang="de-DE" dirty="0" err="1"/>
              <a:t>Balancer</a:t>
            </a:r>
            <a:r>
              <a:rPr lang="de-DE" dirty="0"/>
              <a:t> und Router</a:t>
            </a:r>
          </a:p>
          <a:p>
            <a:pPr lvl="1"/>
            <a:r>
              <a:rPr lang="de-DE" dirty="0"/>
              <a:t>Cache-Lösungen</a:t>
            </a:r>
          </a:p>
          <a:p>
            <a:endParaRPr lang="de-DE" dirty="0"/>
          </a:p>
        </p:txBody>
      </p:sp>
      <p:sp>
        <p:nvSpPr>
          <p:cNvPr id="221186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Web interessiert sich nicht für SOAP!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90C60E6-1E41-994B-4D45-D10B41664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2551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Rectangle 10"/>
          <p:cNvSpPr>
            <a:spLocks noGrp="1" noChangeArrowheads="1"/>
          </p:cNvSpPr>
          <p:nvPr>
            <p:ph type="body" sz="quarter" idx="12"/>
          </p:nvPr>
        </p:nvSpPr>
        <p:spPr>
          <a:xfrm>
            <a:off x="1486093" y="1340768"/>
            <a:ext cx="10407419" cy="4786892"/>
          </a:xfrm>
        </p:spPr>
        <p:txBody>
          <a:bodyPr>
            <a:normAutofit/>
          </a:bodyPr>
          <a:lstStyle/>
          <a:p>
            <a:r>
              <a:rPr lang="de-DE" altLang="de-DE" sz="1600"/>
              <a:t>Doktorarbeit von Roy Fielding, 2000</a:t>
            </a:r>
          </a:p>
          <a:p>
            <a:r>
              <a:rPr lang="de-DE" altLang="de-DE" sz="1600"/>
              <a:t>Siehe </a:t>
            </a:r>
            <a:r>
              <a:rPr lang="de-DE" altLang="de-DE" sz="1600">
                <a:hlinkClick r:id="rId3"/>
              </a:rPr>
              <a:t>http://en.wikipedia.org/wiki/REST</a:t>
            </a:r>
            <a:endParaRPr lang="de-DE" altLang="de-DE" sz="1600"/>
          </a:p>
          <a:p>
            <a:pPr lvl="1"/>
            <a:endParaRPr lang="de-DE" altLang="de-DE" sz="1200"/>
          </a:p>
        </p:txBody>
      </p:sp>
      <p:sp>
        <p:nvSpPr>
          <p:cNvPr id="201731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Der </a:t>
            </a:r>
            <a:r>
              <a:rPr lang="de-DE" altLang="de-DE" dirty="0" err="1"/>
              <a:t>Representional</a:t>
            </a:r>
            <a:r>
              <a:rPr lang="de-DE" altLang="de-DE" dirty="0"/>
              <a:t> State Transfer</a:t>
            </a: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201734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588" y="2204864"/>
            <a:ext cx="7029450" cy="42910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53BFFD-7FFE-F4AE-05DF-4DB1C0AD2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9933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6" name="Rectangle 9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de-DE" dirty="0"/>
              <a:t>Die Arbeitsweise des Internets abstrahiert</a:t>
            </a:r>
          </a:p>
          <a:p>
            <a:pPr lvl="1"/>
            <a:r>
              <a:rPr lang="de-DE" altLang="de-DE" dirty="0"/>
              <a:t>Was sind Ressourcen?</a:t>
            </a:r>
          </a:p>
          <a:p>
            <a:pPr lvl="1"/>
            <a:r>
              <a:rPr lang="de-DE" altLang="de-DE" dirty="0"/>
              <a:t>Wie werden Ressourcen identifiziert?</a:t>
            </a:r>
          </a:p>
          <a:p>
            <a:pPr lvl="1"/>
            <a:r>
              <a:rPr lang="de-DE" altLang="de-DE" dirty="0"/>
              <a:t>Was sind Ressourcen-Operationen?</a:t>
            </a:r>
          </a:p>
          <a:p>
            <a:pPr lvl="1"/>
            <a:r>
              <a:rPr lang="de-DE" altLang="de-DE" dirty="0"/>
              <a:t>Wie werden Services beschrieben?</a:t>
            </a:r>
          </a:p>
          <a:p>
            <a:pPr lvl="1"/>
            <a:r>
              <a:rPr lang="de-DE" altLang="de-DE" dirty="0"/>
              <a:t>Was sind </a:t>
            </a:r>
            <a:r>
              <a:rPr lang="de-DE" altLang="de-DE" dirty="0" err="1"/>
              <a:t>Stateless</a:t>
            </a:r>
            <a:r>
              <a:rPr lang="de-DE" altLang="de-DE" dirty="0"/>
              <a:t> Operationen?</a:t>
            </a:r>
          </a:p>
          <a:p>
            <a:pPr lvl="1"/>
            <a:r>
              <a:rPr lang="de-DE" altLang="de-DE" dirty="0"/>
              <a:t>Voraussetzungen und Umsetzung von Caching-Mechanismen</a:t>
            </a:r>
          </a:p>
          <a:p>
            <a:pPr lvl="1"/>
            <a:r>
              <a:rPr lang="de-DE" altLang="de-DE" dirty="0"/>
              <a:t>Optional: Übertragung von Skript-Logik auf den Client</a:t>
            </a:r>
          </a:p>
          <a:p>
            <a:r>
              <a:rPr lang="de-DE" altLang="de-DE" dirty="0"/>
              <a:t>Grundlegendes Konzept sind die verlinkten </a:t>
            </a:r>
            <a:r>
              <a:rPr lang="de-DE" altLang="de-DE" dirty="0" err="1"/>
              <a:t>HyperText-Dekumente</a:t>
            </a:r>
            <a:endParaRPr lang="de-DE" altLang="de-DE" dirty="0"/>
          </a:p>
          <a:p>
            <a:r>
              <a:rPr lang="de-DE" altLang="de-DE" dirty="0"/>
              <a:t>Nicht überraschend: „Das Internet ist ein Beispiel für die Implementierung eines REST-basierten Systems“ </a:t>
            </a:r>
          </a:p>
          <a:p>
            <a:endParaRPr lang="de-DE" altLang="de-DE" dirty="0"/>
          </a:p>
        </p:txBody>
      </p:sp>
      <p:sp>
        <p:nvSpPr>
          <p:cNvPr id="202755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Kern-Konzepte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43A81F-7FC9-BBAD-D2CB-AC9297DD0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9713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4" name="Rectangle 7"/>
          <p:cNvSpPr>
            <a:spLocks noGrp="1" noChangeArrowheads="1"/>
          </p:cNvSpPr>
          <p:nvPr>
            <p:ph type="body" sz="quarter" idx="12"/>
          </p:nvPr>
        </p:nvSpPr>
        <p:spPr>
          <a:xfrm>
            <a:off x="1486093" y="1232756"/>
            <a:ext cx="10407419" cy="4786892"/>
          </a:xfrm>
        </p:spPr>
        <p:txBody>
          <a:bodyPr>
            <a:normAutofit/>
          </a:bodyPr>
          <a:lstStyle/>
          <a:p>
            <a:r>
              <a:rPr lang="de-DE" altLang="de-DE" sz="1600"/>
              <a:t>Eine umfassende Spezifikation des w3w-Konsortiums</a:t>
            </a:r>
          </a:p>
          <a:p>
            <a:pPr lvl="1"/>
            <a:r>
              <a:rPr lang="de-DE" altLang="de-DE" sz="1200"/>
              <a:t>Siehe http://en.wikipedia.org/wiki/Http</a:t>
            </a:r>
          </a:p>
        </p:txBody>
      </p:sp>
      <p:sp>
        <p:nvSpPr>
          <p:cNvPr id="204803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Das http-Protokoll</a:t>
            </a: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20480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988840"/>
            <a:ext cx="7777162" cy="4473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AA4EC63-7515-78D2-FF3D-0ACB3C3B9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1475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8" name="Rectangle 5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de-DE"/>
              <a:t>Definition von URIs</a:t>
            </a:r>
          </a:p>
          <a:p>
            <a:pPr lvl="1"/>
            <a:r>
              <a:rPr lang="de-DE" altLang="de-DE"/>
              <a:t>Pfad</a:t>
            </a:r>
          </a:p>
          <a:p>
            <a:pPr lvl="1"/>
            <a:r>
              <a:rPr lang="de-DE" altLang="de-DE"/>
              <a:t>Parameter</a:t>
            </a:r>
          </a:p>
          <a:p>
            <a:r>
              <a:rPr lang="de-DE" altLang="de-DE"/>
              <a:t>http-Request und http-Response</a:t>
            </a:r>
          </a:p>
          <a:p>
            <a:pPr lvl="1"/>
            <a:r>
              <a:rPr lang="de-DE" altLang="de-DE"/>
              <a:t>Daten-Container mit Header und Body</a:t>
            </a:r>
          </a:p>
          <a:p>
            <a:pPr lvl="1"/>
            <a:r>
              <a:rPr lang="de-DE" altLang="de-DE"/>
              <a:t>Encodierung</a:t>
            </a:r>
          </a:p>
          <a:p>
            <a:r>
              <a:rPr lang="de-DE" altLang="de-DE"/>
              <a:t>Umfassender Satz von Header-Properties</a:t>
            </a:r>
          </a:p>
          <a:p>
            <a:pPr lvl="1"/>
            <a:r>
              <a:rPr lang="de-DE" altLang="de-DE"/>
              <a:t>Content-Length</a:t>
            </a:r>
          </a:p>
          <a:p>
            <a:pPr lvl="1"/>
            <a:r>
              <a:rPr lang="de-DE" altLang="de-DE"/>
              <a:t>Accepts</a:t>
            </a:r>
          </a:p>
          <a:p>
            <a:pPr lvl="1"/>
            <a:r>
              <a:rPr lang="de-DE" altLang="de-DE"/>
              <a:t>Content-Type</a:t>
            </a:r>
          </a:p>
        </p:txBody>
      </p:sp>
      <p:sp>
        <p:nvSpPr>
          <p:cNvPr id="205827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Elemente der http-Spezifikation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72AFB39-1F1B-292C-7E49-1C08BC7AD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2206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de-DE" dirty="0"/>
              <a:t>http-Methoden</a:t>
            </a:r>
          </a:p>
          <a:p>
            <a:pPr lvl="1"/>
            <a:r>
              <a:rPr lang="de-DE" altLang="de-DE" dirty="0"/>
              <a:t>PUT</a:t>
            </a:r>
          </a:p>
          <a:p>
            <a:pPr lvl="1"/>
            <a:r>
              <a:rPr lang="de-DE" altLang="de-DE" dirty="0"/>
              <a:t>GET</a:t>
            </a:r>
          </a:p>
          <a:p>
            <a:pPr lvl="1"/>
            <a:r>
              <a:rPr lang="de-DE" altLang="de-DE" dirty="0"/>
              <a:t>POST</a:t>
            </a:r>
          </a:p>
          <a:p>
            <a:pPr lvl="1"/>
            <a:r>
              <a:rPr lang="de-DE" altLang="de-DE" dirty="0"/>
              <a:t>DELETE</a:t>
            </a:r>
          </a:p>
          <a:p>
            <a:pPr lvl="1"/>
            <a:r>
              <a:rPr lang="de-DE" altLang="de-DE" dirty="0"/>
              <a:t>OPTIONS</a:t>
            </a:r>
          </a:p>
          <a:p>
            <a:pPr lvl="1"/>
            <a:r>
              <a:rPr lang="de-DE" altLang="de-DE" dirty="0"/>
              <a:t>HEAD</a:t>
            </a:r>
          </a:p>
          <a:p>
            <a:r>
              <a:rPr lang="de-DE" altLang="de-DE" dirty="0"/>
              <a:t>Statuscodes für Aufrufe</a:t>
            </a:r>
          </a:p>
          <a:p>
            <a:pPr lvl="1"/>
            <a:r>
              <a:rPr lang="de-DE" altLang="de-DE" dirty="0"/>
              <a:t>404: „Not </a:t>
            </a:r>
            <a:r>
              <a:rPr lang="de-DE" altLang="de-DE" dirty="0" err="1"/>
              <a:t>found</a:t>
            </a:r>
            <a:r>
              <a:rPr lang="de-DE" altLang="de-DE" dirty="0"/>
              <a:t>“</a:t>
            </a:r>
          </a:p>
          <a:p>
            <a:pPr lvl="1"/>
            <a:r>
              <a:rPr lang="de-DE" altLang="de-DE" dirty="0"/>
              <a:t>204: „</a:t>
            </a:r>
            <a:r>
              <a:rPr lang="de-DE" altLang="de-DE" dirty="0" err="1"/>
              <a:t>Created</a:t>
            </a:r>
            <a:r>
              <a:rPr lang="de-DE" altLang="de-DE" dirty="0"/>
              <a:t>“</a:t>
            </a:r>
          </a:p>
          <a:p>
            <a:pPr lvl="1"/>
            <a:r>
              <a:rPr lang="de-DE" altLang="de-DE" dirty="0"/>
              <a:t>…</a:t>
            </a:r>
          </a:p>
        </p:txBody>
      </p:sp>
      <p:sp>
        <p:nvSpPr>
          <p:cNvPr id="206851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Elemente der http-Spezifikation II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CABB34-7C17-2A43-88CD-4FC5A2CF4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87149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6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de-DE" dirty="0"/>
              <a:t>Definition der Datentypen des Internets</a:t>
            </a:r>
          </a:p>
          <a:p>
            <a:pPr lvl="1"/>
            <a:r>
              <a:rPr lang="de-DE" altLang="de-DE" dirty="0"/>
              <a:t>Nicht zu verwechseln mit einem XML-Schema</a:t>
            </a:r>
          </a:p>
          <a:p>
            <a:pPr lvl="1"/>
            <a:r>
              <a:rPr lang="de-DE" altLang="de-DE" dirty="0"/>
              <a:t>Ein </a:t>
            </a:r>
            <a:r>
              <a:rPr lang="de-DE" altLang="de-DE" dirty="0" err="1"/>
              <a:t>MimeType</a:t>
            </a:r>
            <a:r>
              <a:rPr lang="de-DE" altLang="de-DE" dirty="0"/>
              <a:t> ist „nur“ eine strukturierte Zeichenkette</a:t>
            </a:r>
          </a:p>
          <a:p>
            <a:pPr lvl="1"/>
            <a:r>
              <a:rPr lang="de-DE" altLang="de-DE" dirty="0"/>
              <a:t>Eigene Erweiterungen sind möglich</a:t>
            </a:r>
          </a:p>
        </p:txBody>
      </p:sp>
      <p:sp>
        <p:nvSpPr>
          <p:cNvPr id="207875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/>
              <a:t>MimeTypes</a:t>
            </a:r>
            <a:endParaRPr lang="de-DE" altLang="de-DE" dirty="0"/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8D2A499-11E1-7413-16BE-A5948602A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2660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0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de-DE" dirty="0"/>
              <a:t>REST hat mit http prinzipiell nichts zu tun</a:t>
            </a:r>
          </a:p>
          <a:p>
            <a:pPr lvl="1"/>
            <a:r>
              <a:rPr lang="de-DE" altLang="de-DE" dirty="0"/>
              <a:t>REST ist eine abstrakte Architektur</a:t>
            </a:r>
          </a:p>
          <a:p>
            <a:pPr lvl="1"/>
            <a:r>
              <a:rPr lang="de-DE" altLang="de-DE" dirty="0"/>
              <a:t>http ist ein konkretes Kommunikationsprotokoll</a:t>
            </a:r>
          </a:p>
          <a:p>
            <a:r>
              <a:rPr lang="de-DE" altLang="de-DE" dirty="0"/>
              <a:t>aber</a:t>
            </a:r>
          </a:p>
          <a:p>
            <a:pPr lvl="1"/>
            <a:r>
              <a:rPr lang="de-DE" altLang="de-DE" dirty="0"/>
              <a:t>http passt als Kommunikations-Protokoll der „Referenz-Implementierung“ Internet natürlich perfekt zum REST-Stil</a:t>
            </a:r>
          </a:p>
          <a:p>
            <a:pPr lvl="1">
              <a:buFont typeface="Wingdings" pitchFamily="2" charset="2"/>
              <a:buNone/>
            </a:pPr>
            <a:endParaRPr lang="de-DE" altLang="de-DE" dirty="0"/>
          </a:p>
        </p:txBody>
      </p:sp>
      <p:sp>
        <p:nvSpPr>
          <p:cNvPr id="208899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REST und http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645631C-1B69-8BC0-2ABE-FBDF00AB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8636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altLang="de-DE" dirty="0"/>
              <a:t>http Methoden und Ressourcen-Operationen</a:t>
            </a:r>
          </a:p>
          <a:p>
            <a:pPr lvl="1"/>
            <a:r>
              <a:rPr lang="de-DE" altLang="de-DE" dirty="0"/>
              <a:t>PUT</a:t>
            </a:r>
          </a:p>
          <a:p>
            <a:pPr lvl="2"/>
            <a:r>
              <a:rPr lang="de-DE" altLang="de-DE" dirty="0"/>
              <a:t>Neu-Anlegen einer Ressource</a:t>
            </a:r>
          </a:p>
          <a:p>
            <a:pPr lvl="2"/>
            <a:r>
              <a:rPr lang="de-DE" altLang="de-DE" dirty="0"/>
              <a:t>Aktualisierung</a:t>
            </a:r>
          </a:p>
          <a:p>
            <a:pPr lvl="1"/>
            <a:r>
              <a:rPr lang="de-DE" altLang="de-DE" dirty="0"/>
              <a:t>GET</a:t>
            </a:r>
          </a:p>
          <a:p>
            <a:pPr lvl="2"/>
            <a:r>
              <a:rPr lang="de-DE" altLang="de-DE" dirty="0"/>
              <a:t>Lesen einer Ressource</a:t>
            </a:r>
          </a:p>
          <a:p>
            <a:pPr lvl="1"/>
            <a:r>
              <a:rPr lang="de-DE" altLang="de-DE" dirty="0"/>
              <a:t>POST</a:t>
            </a:r>
          </a:p>
          <a:p>
            <a:pPr lvl="2"/>
            <a:r>
              <a:rPr lang="de-DE" altLang="de-DE" dirty="0"/>
              <a:t>Aktualisierung</a:t>
            </a:r>
          </a:p>
          <a:p>
            <a:pPr lvl="2"/>
            <a:r>
              <a:rPr lang="de-DE" altLang="de-DE" dirty="0"/>
              <a:t>Neuanlage</a:t>
            </a:r>
          </a:p>
          <a:p>
            <a:pPr lvl="1"/>
            <a:r>
              <a:rPr lang="de-DE" altLang="de-DE" dirty="0"/>
              <a:t>DELETE</a:t>
            </a:r>
          </a:p>
          <a:p>
            <a:pPr lvl="2"/>
            <a:r>
              <a:rPr lang="de-DE" altLang="de-DE" dirty="0"/>
              <a:t>Löschen</a:t>
            </a:r>
          </a:p>
          <a:p>
            <a:r>
              <a:rPr lang="de-DE" altLang="de-DE" dirty="0" err="1"/>
              <a:t>Idempotenz</a:t>
            </a:r>
            <a:endParaRPr lang="de-DE" altLang="de-DE" dirty="0"/>
          </a:p>
          <a:p>
            <a:pPr lvl="1"/>
            <a:r>
              <a:rPr lang="de-DE" altLang="de-DE" dirty="0" err="1"/>
              <a:t>Idempotente</a:t>
            </a:r>
            <a:r>
              <a:rPr lang="de-DE" altLang="de-DE" dirty="0"/>
              <a:t> Operationen dürfen beliebig oft aufgerufen werden und verursachen keine Nebeneffekte</a:t>
            </a:r>
          </a:p>
          <a:p>
            <a:pPr lvl="1"/>
            <a:r>
              <a:rPr lang="de-DE" altLang="de-DE" dirty="0"/>
              <a:t>REST verlangt eine </a:t>
            </a:r>
            <a:r>
              <a:rPr lang="de-DE" altLang="de-DE" dirty="0" err="1"/>
              <a:t>idempotente</a:t>
            </a:r>
            <a:r>
              <a:rPr lang="de-DE" altLang="de-DE" dirty="0"/>
              <a:t> Implementierung für PUT und DELETE</a:t>
            </a:r>
          </a:p>
        </p:txBody>
      </p:sp>
      <p:sp>
        <p:nvSpPr>
          <p:cNvPr id="209923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Mapping REST - http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30953A0-F376-2BAA-94AD-AC4A5E207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24636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7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Mit PUT</a:t>
            </a:r>
          </a:p>
          <a:p>
            <a:pPr lvl="1"/>
            <a:r>
              <a:rPr lang="de-DE" dirty="0"/>
              <a:t>Der Client muss die Ressourcen-ID mit angeben</a:t>
            </a:r>
          </a:p>
          <a:p>
            <a:pPr lvl="1"/>
            <a:r>
              <a:rPr lang="de-DE" dirty="0"/>
              <a:t>Rückgabe ist ein Statuscode „201: </a:t>
            </a:r>
            <a:r>
              <a:rPr lang="de-DE" dirty="0" err="1"/>
              <a:t>Created</a:t>
            </a:r>
            <a:r>
              <a:rPr lang="de-DE" dirty="0"/>
              <a:t>“</a:t>
            </a:r>
          </a:p>
          <a:p>
            <a:r>
              <a:rPr lang="de-DE" dirty="0"/>
              <a:t>Mit POST</a:t>
            </a:r>
          </a:p>
          <a:p>
            <a:pPr lvl="1"/>
            <a:r>
              <a:rPr lang="de-DE" dirty="0"/>
              <a:t>Der Server entscheidet, ob er eine neue Ressource anlegen muss</a:t>
            </a:r>
          </a:p>
          <a:p>
            <a:pPr lvl="1"/>
            <a:r>
              <a:rPr lang="de-DE" dirty="0"/>
              <a:t>Falls ja: </a:t>
            </a:r>
          </a:p>
          <a:p>
            <a:pPr lvl="2"/>
            <a:r>
              <a:rPr lang="de-DE" dirty="0"/>
              <a:t>Statuscode „201: </a:t>
            </a:r>
            <a:r>
              <a:rPr lang="de-DE" dirty="0" err="1"/>
              <a:t>Created</a:t>
            </a:r>
            <a:r>
              <a:rPr lang="de-DE" dirty="0"/>
              <a:t>“</a:t>
            </a:r>
          </a:p>
          <a:p>
            <a:pPr lvl="2"/>
            <a:r>
              <a:rPr lang="de-DE" dirty="0"/>
              <a:t>Gesetzter </a:t>
            </a:r>
            <a:r>
              <a:rPr lang="de-DE" dirty="0">
                <a:latin typeface="Courier New" pitchFamily="49" charset="0"/>
              </a:rPr>
              <a:t>Location</a:t>
            </a:r>
            <a:r>
              <a:rPr lang="de-DE" dirty="0"/>
              <a:t>-Header mit URI der eben angelegten Ressource</a:t>
            </a:r>
          </a:p>
          <a:p>
            <a:pPr lvl="2"/>
            <a:r>
              <a:rPr lang="de-DE" dirty="0"/>
              <a:t>Optional: Body enthält die angelegte Ressource</a:t>
            </a:r>
          </a:p>
          <a:p>
            <a:endParaRPr lang="de-DE" dirty="0"/>
          </a:p>
        </p:txBody>
      </p:sp>
      <p:sp>
        <p:nvSpPr>
          <p:cNvPr id="277506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Konzeption eines </a:t>
            </a:r>
            <a:r>
              <a:rPr lang="de-DE" dirty="0" err="1"/>
              <a:t>RESTful</a:t>
            </a:r>
            <a:r>
              <a:rPr lang="de-DE" dirty="0"/>
              <a:t> Services: Neuanlage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2231994-6E27-464F-6BCD-18FF47AF6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21154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1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Mit PUT</a:t>
            </a:r>
          </a:p>
          <a:p>
            <a:pPr lvl="1"/>
            <a:r>
              <a:rPr lang="de-DE"/>
              <a:t>Statuscode „200: OK“ oder „204: No content</a:t>
            </a:r>
          </a:p>
          <a:p>
            <a:pPr lvl="1"/>
            <a:r>
              <a:rPr lang="de-DE"/>
              <a:t>PUT ist idempotent (!)</a:t>
            </a:r>
          </a:p>
          <a:p>
            <a:r>
              <a:rPr lang="de-DE"/>
              <a:t>Mit POST</a:t>
            </a:r>
          </a:p>
          <a:p>
            <a:pPr lvl="1"/>
            <a:r>
              <a:rPr lang="de-DE"/>
              <a:t>POST wird für nicht-idempotente Updates benutzt</a:t>
            </a:r>
          </a:p>
        </p:txBody>
      </p:sp>
      <p:sp>
        <p:nvSpPr>
          <p:cNvPr id="278530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Konzeption eines </a:t>
            </a:r>
            <a:r>
              <a:rPr lang="de-DE" dirty="0" err="1"/>
              <a:t>RESTful</a:t>
            </a:r>
            <a:r>
              <a:rPr lang="de-DE" dirty="0"/>
              <a:t> Services: Update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009373F-0635-B7EF-11AB-E50A88E8D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722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5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Mit DELETE</a:t>
            </a:r>
          </a:p>
          <a:p>
            <a:pPr lvl="1"/>
            <a:r>
              <a:rPr lang="de-DE" dirty="0"/>
              <a:t>Statuscode „200: OK“ oder „204: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content</a:t>
            </a:r>
            <a:endParaRPr lang="de-DE" dirty="0"/>
          </a:p>
          <a:p>
            <a:pPr lvl="1"/>
            <a:r>
              <a:rPr lang="de-DE" dirty="0"/>
              <a:t>PUT ist </a:t>
            </a:r>
            <a:r>
              <a:rPr lang="de-DE" dirty="0" err="1"/>
              <a:t>idempotent</a:t>
            </a:r>
            <a:r>
              <a:rPr lang="de-DE" dirty="0"/>
              <a:t> (!)</a:t>
            </a:r>
          </a:p>
          <a:p>
            <a:r>
              <a:rPr lang="de-DE" dirty="0"/>
              <a:t>Konzeptionell muss unterschieden werden:</a:t>
            </a:r>
          </a:p>
          <a:p>
            <a:pPr lvl="1"/>
            <a:r>
              <a:rPr lang="de-DE" dirty="0"/>
              <a:t>Ein „echtes“ DELETE löscht die Ressource</a:t>
            </a:r>
          </a:p>
          <a:p>
            <a:pPr lvl="1"/>
            <a:r>
              <a:rPr lang="de-DE" dirty="0"/>
              <a:t>Ein fachliches Löschen (z.B. Storno) ist eigentlich ein Update der Ressource</a:t>
            </a:r>
          </a:p>
          <a:p>
            <a:pPr lvl="2"/>
            <a:r>
              <a:rPr lang="de-DE" dirty="0"/>
              <a:t>Ein überladen des http-DELETE ist für diese Zwecke jedoch durchaus legitim</a:t>
            </a:r>
          </a:p>
          <a:p>
            <a:pPr lvl="3"/>
            <a:r>
              <a:rPr lang="de-DE" dirty="0">
                <a:latin typeface="Courier New" pitchFamily="49" charset="0"/>
              </a:rPr>
              <a:t>DELETE </a:t>
            </a:r>
            <a:r>
              <a:rPr lang="de-DE" dirty="0" err="1">
                <a:latin typeface="Courier New" pitchFamily="49" charset="0"/>
              </a:rPr>
              <a:t>order</a:t>
            </a:r>
            <a:r>
              <a:rPr lang="de-DE" dirty="0">
                <a:latin typeface="Courier New" pitchFamily="49" charset="0"/>
              </a:rPr>
              <a:t>/ISBN42?cancel=</a:t>
            </a:r>
            <a:r>
              <a:rPr lang="de-DE" dirty="0" err="1">
                <a:latin typeface="Courier New" pitchFamily="49" charset="0"/>
              </a:rPr>
              <a:t>true</a:t>
            </a:r>
            <a:endParaRPr lang="de-DE" dirty="0">
              <a:latin typeface="Courier New" pitchFamily="49" charset="0"/>
            </a:endParaRPr>
          </a:p>
        </p:txBody>
      </p:sp>
      <p:sp>
        <p:nvSpPr>
          <p:cNvPr id="279554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Konzeption eines </a:t>
            </a:r>
            <a:r>
              <a:rPr lang="de-DE" dirty="0" err="1"/>
              <a:t>RESTful</a:t>
            </a:r>
            <a:r>
              <a:rPr lang="de-DE" dirty="0"/>
              <a:t> Services: Delete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FF9295F-0576-69A6-533B-2064D895A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9217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3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RESTful</a:t>
            </a:r>
            <a:r>
              <a:rPr lang="de-DE" dirty="0"/>
              <a:t> Web Service benötigt in erster Näherung keine gesonderte Beschreibung</a:t>
            </a:r>
          </a:p>
          <a:p>
            <a:pPr lvl="1"/>
            <a:r>
              <a:rPr lang="de-DE" dirty="0"/>
              <a:t>PUT, GET, POST, DELETE decken alle relevanten Ressourcen-Operationen ab</a:t>
            </a:r>
          </a:p>
          <a:p>
            <a:pPr lvl="1"/>
            <a:r>
              <a:rPr lang="de-DE" dirty="0"/>
              <a:t>Datentypen werden durch MIME-</a:t>
            </a:r>
            <a:r>
              <a:rPr lang="de-DE" dirty="0" err="1"/>
              <a:t>Types</a:t>
            </a:r>
            <a:r>
              <a:rPr lang="de-DE" dirty="0"/>
              <a:t> bestimmt</a:t>
            </a:r>
          </a:p>
          <a:p>
            <a:r>
              <a:rPr lang="de-DE" dirty="0"/>
              <a:t>Die einzige notwendige Information ist die </a:t>
            </a:r>
            <a:r>
              <a:rPr lang="de-DE" dirty="0" err="1"/>
              <a:t>Endpoint-Addresse</a:t>
            </a:r>
            <a:endParaRPr lang="de-DE" dirty="0"/>
          </a:p>
          <a:p>
            <a:r>
              <a:rPr lang="de-DE" dirty="0"/>
              <a:t>In der Praxis werden jedoch in den meisten Fällen zusätzliche Informationen  benötigt</a:t>
            </a:r>
          </a:p>
          <a:p>
            <a:pPr lvl="1"/>
            <a:r>
              <a:rPr lang="de-DE" dirty="0"/>
              <a:t>Ein GET auf den </a:t>
            </a:r>
            <a:r>
              <a:rPr lang="de-DE" dirty="0" err="1"/>
              <a:t>Endpoint</a:t>
            </a:r>
            <a:r>
              <a:rPr lang="de-DE" dirty="0"/>
              <a:t> liefert beispielsweise eine Liste aller Ressourcen</a:t>
            </a:r>
          </a:p>
          <a:p>
            <a:pPr lvl="1"/>
            <a:r>
              <a:rPr lang="de-DE" dirty="0"/>
              <a:t>Aber:</a:t>
            </a:r>
          </a:p>
          <a:p>
            <a:pPr lvl="2"/>
            <a:r>
              <a:rPr lang="de-DE" dirty="0"/>
              <a:t>Liste aller Informationen oder Referenzen?</a:t>
            </a:r>
          </a:p>
          <a:p>
            <a:pPr lvl="2"/>
            <a:r>
              <a:rPr lang="de-DE" dirty="0"/>
              <a:t>Bestimmung der Sortierreihenfolge?</a:t>
            </a:r>
          </a:p>
          <a:p>
            <a:pPr lvl="2"/>
            <a:r>
              <a:rPr lang="de-DE" dirty="0"/>
              <a:t>…</a:t>
            </a:r>
          </a:p>
        </p:txBody>
      </p:sp>
      <p:sp>
        <p:nvSpPr>
          <p:cNvPr id="240642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Service-Beschreibung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D083126-5C28-7F17-47FB-ABC9B44B1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26295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1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Analog zur WSDL wird eine detailliertere Service-Beschreibung geliefert</a:t>
            </a:r>
          </a:p>
          <a:p>
            <a:pPr lvl="1"/>
            <a:r>
              <a:rPr lang="de-DE" dirty="0"/>
              <a:t>Web </a:t>
            </a:r>
            <a:r>
              <a:rPr lang="de-DE" dirty="0" err="1"/>
              <a:t>Application</a:t>
            </a:r>
            <a:r>
              <a:rPr lang="de-DE" dirty="0"/>
              <a:t> Description Language (WADL)</a:t>
            </a:r>
          </a:p>
          <a:p>
            <a:pPr lvl="2"/>
            <a:r>
              <a:rPr lang="de-DE" dirty="0">
                <a:hlinkClick r:id="rId3"/>
              </a:rPr>
              <a:t>http://en.wikipedia.org/wiki/Web_Application_Description_Language</a:t>
            </a:r>
            <a:endParaRPr lang="de-DE" dirty="0"/>
          </a:p>
          <a:p>
            <a:pPr lvl="1"/>
            <a:r>
              <a:rPr lang="de-DE" dirty="0"/>
              <a:t>Rest Service Description Language (RSDL)</a:t>
            </a:r>
          </a:p>
          <a:p>
            <a:pPr lvl="2"/>
            <a:r>
              <a:rPr lang="de-DE" dirty="0">
                <a:hlinkClick r:id="rId4"/>
              </a:rPr>
              <a:t>http://en.wikipedia.org/wiki/RSDL</a:t>
            </a:r>
            <a:endParaRPr lang="de-DE" dirty="0"/>
          </a:p>
          <a:p>
            <a:pPr lvl="1"/>
            <a:r>
              <a:rPr lang="de-DE" dirty="0" err="1"/>
              <a:t>Swagger</a:t>
            </a:r>
            <a:endParaRPr lang="de-DE" dirty="0"/>
          </a:p>
          <a:p>
            <a:pPr lvl="2"/>
            <a:r>
              <a:rPr lang="de-DE" dirty="0"/>
              <a:t>http://swagger.io</a:t>
            </a:r>
          </a:p>
        </p:txBody>
      </p:sp>
      <p:sp>
        <p:nvSpPr>
          <p:cNvPr id="242690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REST Services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3767507-774B-F491-397E-FE0C9F1E2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89741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Hypertext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Engine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State</a:t>
            </a:r>
          </a:p>
          <a:p>
            <a:pPr lvl="1"/>
            <a:r>
              <a:rPr lang="de-DE" dirty="0"/>
              <a:t>http://en.wikipedia.org/wiki/HATEOAS</a:t>
            </a:r>
          </a:p>
          <a:p>
            <a:r>
              <a:rPr lang="de-DE" dirty="0"/>
              <a:t>Grundidee: Jeder Response enthält eine Menge von Verlinkungen, die die weiteren sinnvollen Aktionen definieren</a:t>
            </a:r>
          </a:p>
          <a:p>
            <a:pPr lvl="1"/>
            <a:r>
              <a:rPr lang="de-DE" dirty="0"/>
              <a:t>„Hört sich an, wie eine Web Anwendung!“</a:t>
            </a:r>
          </a:p>
          <a:p>
            <a:pPr lvl="1"/>
            <a:r>
              <a:rPr lang="de-DE" dirty="0"/>
              <a:t>Aber nun konsequent mit PUT, DELETE</a:t>
            </a:r>
          </a:p>
        </p:txBody>
      </p:sp>
      <p:sp>
        <p:nvSpPr>
          <p:cNvPr id="244738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komplett anderer Ansatz: HATEOAS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EAA393F-022F-D828-C566-0794B4BC4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00221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In der Literatur zu finden: „So klein wie möglich“</a:t>
            </a:r>
          </a:p>
          <a:p>
            <a:pPr lvl="1"/>
            <a:r>
              <a:rPr lang="de-DE" dirty="0"/>
              <a:t>So natürlich unsinnig</a:t>
            </a:r>
          </a:p>
          <a:p>
            <a:pPr lvl="2"/>
            <a:r>
              <a:rPr lang="de-DE" dirty="0"/>
              <a:t>Der kleinstmögliche </a:t>
            </a:r>
            <a:r>
              <a:rPr lang="de-DE" dirty="0" err="1"/>
              <a:t>Microservice</a:t>
            </a:r>
            <a:endParaRPr lang="de-DE" dirty="0"/>
          </a:p>
          <a:p>
            <a:pPr lvl="3"/>
            <a:r>
              <a:rPr lang="de-DE" dirty="0"/>
              <a:t>enthält exakt eine Operation</a:t>
            </a:r>
          </a:p>
          <a:p>
            <a:pPr lvl="3"/>
            <a:r>
              <a:rPr lang="de-DE" dirty="0"/>
              <a:t>liefert ein primitives Ergebnis</a:t>
            </a:r>
          </a:p>
          <a:p>
            <a:r>
              <a:rPr lang="de-DE" dirty="0"/>
              <a:t>Besser: „So groß wie nötig“</a:t>
            </a:r>
          </a:p>
          <a:p>
            <a:pPr lvl="1"/>
            <a:r>
              <a:rPr lang="de-DE" dirty="0"/>
              <a:t>Kriterien:</a:t>
            </a:r>
          </a:p>
          <a:p>
            <a:pPr lvl="2"/>
            <a:r>
              <a:rPr lang="de-DE" dirty="0"/>
              <a:t>Aufwand der Daten-Replikation über verschiedene </a:t>
            </a:r>
            <a:r>
              <a:rPr lang="de-DE" dirty="0" err="1"/>
              <a:t>Microservices</a:t>
            </a:r>
            <a:r>
              <a:rPr lang="de-DE" dirty="0"/>
              <a:t> hinweg</a:t>
            </a:r>
          </a:p>
          <a:p>
            <a:pPr lvl="2"/>
            <a:r>
              <a:rPr lang="de-DE" dirty="0"/>
              <a:t>Transaktions-Kontexte</a:t>
            </a:r>
          </a:p>
          <a:p>
            <a:pPr lvl="2"/>
            <a:r>
              <a:rPr lang="de-DE" dirty="0"/>
              <a:t>Performance-Aspekte</a:t>
            </a:r>
          </a:p>
          <a:p>
            <a:pPr lvl="3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groß ist „Micro“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83C814-EF8B-7A1A-59F1-4AEE48A2E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80892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71B24-609C-FEEF-5873-4615A86A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Software-Entwicklung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6069671-E374-0103-07C1-18F88266CE4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/>
              <a:t>2.2 </a:t>
            </a:r>
            <a:r>
              <a:rPr lang="de-DE" dirty="0" err="1"/>
              <a:t>Build</a:t>
            </a:r>
            <a:r>
              <a:rPr lang="de-DE" dirty="0"/>
              <a:t>-Prozess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A21202-9C4D-0324-2C5F-0E6127C5C37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de-DE" dirty="0"/>
              <a:t>2.3 Integration und Überwachung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352C740-1092-30F0-D6BE-76D9119C562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de-DE" dirty="0"/>
              <a:t>2.1 Java, JEE und Spring Boot</a:t>
            </a:r>
          </a:p>
        </p:txBody>
      </p:sp>
    </p:spTree>
    <p:extLst>
      <p:ext uri="{BB962C8B-B14F-4D97-AF65-F5344CB8AC3E}">
        <p14:creationId xmlns:p14="http://schemas.microsoft.com/office/powerpoint/2010/main" val="18391462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Die Java Virtual </a:t>
            </a:r>
            <a:r>
              <a:rPr lang="de-DE" dirty="0" err="1"/>
              <a:t>Machine</a:t>
            </a:r>
            <a:r>
              <a:rPr lang="de-DE" dirty="0"/>
              <a:t> ist eine gekapselte Laufzeitumgebung für </a:t>
            </a:r>
            <a:r>
              <a:rPr lang="de-DE" dirty="0" err="1"/>
              <a:t>JAva</a:t>
            </a:r>
            <a:r>
              <a:rPr lang="de-DE" dirty="0"/>
              <a:t>-Anwendungen</a:t>
            </a:r>
          </a:p>
          <a:p>
            <a:r>
              <a:rPr lang="de-DE" dirty="0"/>
              <a:t>Parallele Ausführung auf einer Hardware problemlos möglich</a:t>
            </a:r>
          </a:p>
          <a:p>
            <a:r>
              <a:rPr lang="de-DE" dirty="0"/>
              <a:t>Anbindung an System-Überwachung ist gegeben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Java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9465FF-D424-FB5A-3D50-3BC4AED78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49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35862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Die Java Enterprise Edition (JEE) erweitert die Java Virtual </a:t>
            </a:r>
            <a:r>
              <a:rPr lang="de-DE" dirty="0" err="1"/>
              <a:t>Machine</a:t>
            </a:r>
            <a:r>
              <a:rPr lang="de-DE" dirty="0"/>
              <a:t> um weitere Infrastruktur</a:t>
            </a:r>
          </a:p>
          <a:p>
            <a:pPr lvl="1"/>
            <a:r>
              <a:rPr lang="de-DE" dirty="0"/>
              <a:t>Applikationsserver</a:t>
            </a:r>
          </a:p>
          <a:p>
            <a:r>
              <a:rPr lang="de-DE" dirty="0"/>
              <a:t>Der Applikationsserver führt JEE-Anwendungen aus</a:t>
            </a:r>
          </a:p>
          <a:p>
            <a:pPr lvl="1"/>
            <a:r>
              <a:rPr lang="de-DE" dirty="0"/>
              <a:t>Kapselung innerhalb des Applikationsservers</a:t>
            </a:r>
          </a:p>
          <a:p>
            <a:pPr lvl="1"/>
            <a:r>
              <a:rPr lang="de-DE" dirty="0"/>
              <a:t>Hot </a:t>
            </a:r>
            <a:r>
              <a:rPr lang="de-DE" dirty="0" err="1"/>
              <a:t>Deployment</a:t>
            </a:r>
            <a:endParaRPr lang="de-DE" dirty="0"/>
          </a:p>
          <a:p>
            <a:pPr lvl="1"/>
            <a:r>
              <a:rPr lang="de-DE" dirty="0"/>
              <a:t>Inter-App-Kommunikation</a:t>
            </a:r>
          </a:p>
          <a:p>
            <a:pPr lvl="2"/>
            <a:r>
              <a:rPr lang="de-DE" dirty="0"/>
              <a:t>In Memory durch Verlinkung</a:t>
            </a:r>
          </a:p>
          <a:p>
            <a:pPr lvl="2"/>
            <a:r>
              <a:rPr lang="de-DE" dirty="0"/>
              <a:t>Internes Bus-Systems</a:t>
            </a:r>
          </a:p>
          <a:p>
            <a:pPr lvl="3"/>
            <a:r>
              <a:rPr lang="de-DE" dirty="0"/>
              <a:t>Insbesondere Messaging</a:t>
            </a:r>
          </a:p>
          <a:p>
            <a:pPr lvl="2"/>
            <a:r>
              <a:rPr lang="de-DE" dirty="0"/>
              <a:t>Unterstützung aller geläufiger Kommunikationsprotokolle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JEE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B0173E-6E96-33BA-7A4B-F2F662352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64940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Ein weit verbreitetes Open Source-Framework als Alternative zum JEE-Applikationsserver </a:t>
            </a:r>
          </a:p>
          <a:p>
            <a:r>
              <a:rPr lang="de-DE" dirty="0"/>
              <a:t>Spring-Core-Komponente und viele assoziierte Projekte</a:t>
            </a:r>
          </a:p>
          <a:p>
            <a:pPr lvl="1"/>
            <a:r>
              <a:rPr lang="de-DE" dirty="0"/>
              <a:t>Spring Data</a:t>
            </a:r>
          </a:p>
          <a:p>
            <a:pPr lvl="1"/>
            <a:r>
              <a:rPr lang="de-DE" dirty="0"/>
              <a:t>Spring MVC</a:t>
            </a:r>
          </a:p>
          <a:p>
            <a:pPr lvl="1"/>
            <a:r>
              <a:rPr lang="de-DE" dirty="0"/>
              <a:t>Spring Integration</a:t>
            </a:r>
          </a:p>
          <a:p>
            <a:pPr lvl="1"/>
            <a:r>
              <a:rPr lang="de-DE" dirty="0"/>
              <a:t>…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Spring Source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2F0E26-C6DE-D04C-B565-D45E3A956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33769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Eine Spring-Boot-Applikation wird als ein einziges </a:t>
            </a:r>
            <a:r>
              <a:rPr lang="de-DE" dirty="0" err="1"/>
              <a:t>Deployment</a:t>
            </a:r>
            <a:r>
              <a:rPr lang="de-DE" dirty="0"/>
              <a:t>-Archiv ausgeliefert</a:t>
            </a:r>
          </a:p>
          <a:p>
            <a:pPr lvl="1"/>
            <a:r>
              <a:rPr lang="de-DE" dirty="0"/>
              <a:t>und über einen simplen Java-Aufruf gestartet</a:t>
            </a:r>
          </a:p>
          <a:p>
            <a:r>
              <a:rPr lang="de-DE" dirty="0"/>
              <a:t>Damit passt Spring Boot hervorragend zu Docker</a:t>
            </a:r>
          </a:p>
          <a:p>
            <a:pPr lvl="1"/>
            <a:r>
              <a:rPr lang="de-DE" dirty="0"/>
              <a:t>Als Grundlage dient ein simples Java Image</a:t>
            </a:r>
          </a:p>
          <a:p>
            <a:pPr lvl="1"/>
            <a:r>
              <a:rPr lang="de-DE" dirty="0"/>
              <a:t>Die zu installierende Applikation wird als eine einzige Datei hinzugefügt</a:t>
            </a:r>
          </a:p>
          <a:p>
            <a:pPr lvl="1"/>
            <a:r>
              <a:rPr lang="de-DE" dirty="0"/>
              <a:t>und über einen </a:t>
            </a:r>
            <a:r>
              <a:rPr lang="de-DE"/>
              <a:t>Standard-Java-Aufruf gestartet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Spring Boot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EABFEB-41FE-B5B9-1264-BC09C55B4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19624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Reproduzierbar</a:t>
            </a:r>
          </a:p>
          <a:p>
            <a:r>
              <a:rPr lang="de-DE" dirty="0"/>
              <a:t>Plattform-übergreifend</a:t>
            </a:r>
          </a:p>
          <a:p>
            <a:pPr lvl="1"/>
            <a:r>
              <a:rPr lang="de-DE" dirty="0"/>
              <a:t>Developer-Rechner</a:t>
            </a:r>
          </a:p>
          <a:p>
            <a:pPr lvl="1"/>
            <a:r>
              <a:rPr lang="de-DE" dirty="0" err="1"/>
              <a:t>Build-Machine</a:t>
            </a:r>
            <a:endParaRPr lang="de-DE" dirty="0"/>
          </a:p>
          <a:p>
            <a:r>
              <a:rPr lang="de-DE" dirty="0"/>
              <a:t>Erzeugt „Artefakte“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Kriterien für den </a:t>
            </a:r>
            <a:r>
              <a:rPr lang="de-DE" dirty="0" err="1"/>
              <a:t>Build</a:t>
            </a:r>
            <a:r>
              <a:rPr lang="de-DE" dirty="0"/>
              <a:t>-Prozess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0F89A4-7488-ACD9-8C9D-AC95F8A08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3910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Source Code Management</a:t>
            </a:r>
          </a:p>
          <a:p>
            <a:pPr lvl="1"/>
            <a:r>
              <a:rPr lang="de-DE" dirty="0"/>
              <a:t>Enthält die Quellcodes, Konfigurationen der Anwendung</a:t>
            </a:r>
          </a:p>
          <a:p>
            <a:pPr lvl="2"/>
            <a:r>
              <a:rPr lang="de-DE" dirty="0"/>
              <a:t>die so genannten "Werke"</a:t>
            </a:r>
          </a:p>
          <a:p>
            <a:pPr lvl="1"/>
            <a:r>
              <a:rPr lang="de-DE" dirty="0"/>
              <a:t>Auch die </a:t>
            </a:r>
            <a:r>
              <a:rPr lang="de-DE" dirty="0" err="1"/>
              <a:t>Build</a:t>
            </a:r>
            <a:r>
              <a:rPr lang="de-DE" dirty="0"/>
              <a:t>-Prozesse sind Werke</a:t>
            </a:r>
          </a:p>
          <a:p>
            <a:r>
              <a:rPr lang="de-DE" dirty="0" err="1"/>
              <a:t>Build</a:t>
            </a:r>
            <a:r>
              <a:rPr lang="de-DE" dirty="0"/>
              <a:t>-Maschine</a:t>
            </a:r>
          </a:p>
          <a:p>
            <a:pPr lvl="1"/>
            <a:r>
              <a:rPr lang="de-DE" dirty="0"/>
              <a:t>Enthält die </a:t>
            </a:r>
            <a:r>
              <a:rPr lang="de-DE" dirty="0" err="1"/>
              <a:t>Build</a:t>
            </a:r>
            <a:r>
              <a:rPr lang="de-DE" dirty="0"/>
              <a:t>-Jobs und führt diese aus</a:t>
            </a:r>
          </a:p>
          <a:p>
            <a:r>
              <a:rPr lang="de-DE" dirty="0"/>
              <a:t>Artefakt-Repository</a:t>
            </a:r>
          </a:p>
          <a:p>
            <a:pPr lvl="1"/>
            <a:r>
              <a:rPr lang="de-DE" dirty="0"/>
              <a:t>Die vom </a:t>
            </a:r>
            <a:r>
              <a:rPr lang="de-DE" dirty="0" err="1"/>
              <a:t>Build</a:t>
            </a:r>
            <a:r>
              <a:rPr lang="de-DE" dirty="0"/>
              <a:t>-Prozess erzeugten Ergebnisse werden Artefakte genannt</a:t>
            </a:r>
          </a:p>
          <a:p>
            <a:pPr lvl="1"/>
            <a:r>
              <a:rPr lang="de-DE" dirty="0"/>
              <a:t>Diese werde in versionierter Struktur in einem Repository gehalten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Bestandteile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F2A104-57A6-6ABA-F18A-D6CF358FC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36316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In der Java-basierten Software-Entwicklung weit verbreitet</a:t>
            </a:r>
          </a:p>
          <a:p>
            <a:r>
              <a:rPr lang="de-DE" dirty="0"/>
              <a:t>Bestandteile</a:t>
            </a:r>
          </a:p>
          <a:p>
            <a:pPr lvl="1"/>
            <a:r>
              <a:rPr lang="de-DE" dirty="0"/>
              <a:t>Fester </a:t>
            </a:r>
            <a:r>
              <a:rPr lang="de-DE" dirty="0" err="1"/>
              <a:t>Build</a:t>
            </a:r>
            <a:r>
              <a:rPr lang="de-DE" dirty="0"/>
              <a:t>-Prozess</a:t>
            </a:r>
          </a:p>
          <a:p>
            <a:pPr lvl="2"/>
            <a:r>
              <a:rPr lang="de-DE" dirty="0"/>
              <a:t>Aufruf mit </a:t>
            </a:r>
            <a:r>
              <a:rPr lang="de-DE" dirty="0" err="1"/>
              <a:t>mvn</a:t>
            </a:r>
            <a:r>
              <a:rPr lang="de-DE" dirty="0"/>
              <a:t> &lt;</a:t>
            </a:r>
            <a:r>
              <a:rPr lang="de-DE" dirty="0" err="1"/>
              <a:t>command</a:t>
            </a:r>
            <a:r>
              <a:rPr lang="de-DE" dirty="0"/>
              <a:t>&gt;</a:t>
            </a:r>
          </a:p>
          <a:p>
            <a:pPr lvl="3"/>
            <a:r>
              <a:rPr lang="de-DE" dirty="0" err="1"/>
              <a:t>compile</a:t>
            </a:r>
            <a:endParaRPr lang="de-DE" dirty="0"/>
          </a:p>
          <a:p>
            <a:pPr lvl="3"/>
            <a:r>
              <a:rPr lang="de-DE" dirty="0" err="1"/>
              <a:t>package</a:t>
            </a:r>
            <a:endParaRPr lang="de-DE" dirty="0"/>
          </a:p>
          <a:p>
            <a:pPr lvl="3"/>
            <a:r>
              <a:rPr lang="de-DE" dirty="0" err="1"/>
              <a:t>install</a:t>
            </a:r>
            <a:endParaRPr lang="de-DE" dirty="0"/>
          </a:p>
          <a:p>
            <a:pPr lvl="3"/>
            <a:r>
              <a:rPr lang="de-DE" dirty="0" err="1"/>
              <a:t>deploy</a:t>
            </a:r>
            <a:endParaRPr lang="de-DE" dirty="0"/>
          </a:p>
          <a:p>
            <a:r>
              <a:rPr lang="de-DE" dirty="0"/>
              <a:t>Lokaler Cache für gebildete Artefakte</a:t>
            </a:r>
          </a:p>
          <a:p>
            <a:r>
              <a:rPr lang="de-DE" dirty="0"/>
              <a:t>Connectivity zu einem Remote-Repository</a:t>
            </a:r>
          </a:p>
          <a:p>
            <a:pPr lvl="1"/>
            <a:r>
              <a:rPr lang="de-DE" dirty="0"/>
              <a:t>Standard: Internet-Repository repo1.maven.org</a:t>
            </a:r>
          </a:p>
          <a:p>
            <a:pPr lvl="1"/>
            <a:r>
              <a:rPr lang="de-DE" dirty="0"/>
              <a:t>Im Unternehmen: Eigener Repository-Server</a:t>
            </a:r>
          </a:p>
          <a:p>
            <a:pPr lvl="2"/>
            <a:r>
              <a:rPr lang="de-DE" dirty="0"/>
              <a:t>Nexus</a:t>
            </a:r>
          </a:p>
          <a:p>
            <a:pPr lvl="2"/>
            <a:r>
              <a:rPr lang="de-DE" dirty="0" err="1"/>
              <a:t>Artefactory</a:t>
            </a:r>
            <a:endParaRPr lang="de-DE" dirty="0"/>
          </a:p>
          <a:p>
            <a:pPr lvl="2"/>
            <a:r>
              <a:rPr lang="de-DE" dirty="0"/>
              <a:t>…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Apache </a:t>
            </a:r>
            <a:r>
              <a:rPr lang="de-DE" dirty="0" err="1"/>
              <a:t>Maven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A1F323-ED14-DB36-DEE1-86B980D22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72552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de-DE" altLang="zh-CN" dirty="0" err="1"/>
              <a:t>Build</a:t>
            </a:r>
            <a:r>
              <a:rPr lang="de-DE" altLang="zh-CN" dirty="0"/>
              <a:t>-Sequenz</a:t>
            </a:r>
            <a:endParaRPr lang="zh-CN" altLang="de-DE" dirty="0"/>
          </a:p>
          <a:p>
            <a:pPr lvl="1"/>
            <a:r>
              <a:rPr lang="de-DE" altLang="zh-CN" dirty="0"/>
              <a:t>Compiler-Aufruf</a:t>
            </a:r>
            <a:endParaRPr lang="zh-CN" altLang="de-DE" dirty="0"/>
          </a:p>
          <a:p>
            <a:pPr lvl="1"/>
            <a:r>
              <a:rPr lang="de-DE" altLang="zh-CN" dirty="0"/>
              <a:t>JAR-Archivierer</a:t>
            </a:r>
            <a:endParaRPr lang="zh-CN" altLang="de-DE" dirty="0"/>
          </a:p>
          <a:p>
            <a:pPr lvl="1"/>
            <a:r>
              <a:rPr lang="de-DE" altLang="zh-CN" dirty="0"/>
              <a:t>+ x, z. B. Auschecken aus Versionsverwaltung, Testen, Ausbringen aus Servern, etc. </a:t>
            </a:r>
            <a:endParaRPr lang="zh-CN" altLang="de-DE" dirty="0"/>
          </a:p>
          <a:p>
            <a:r>
              <a:rPr lang="de-DE" altLang="zh-CN" dirty="0"/>
              <a:t>Dependency Management</a:t>
            </a:r>
            <a:endParaRPr lang="zh-CN" altLang="de-DE" dirty="0"/>
          </a:p>
          <a:p>
            <a:pPr lvl="1"/>
            <a:r>
              <a:rPr lang="de-DE" altLang="zh-CN" dirty="0"/>
              <a:t>Andere interne Software-Projekte</a:t>
            </a:r>
            <a:endParaRPr lang="zh-CN" altLang="de-DE" dirty="0"/>
          </a:p>
          <a:p>
            <a:pPr lvl="1"/>
            <a:r>
              <a:rPr lang="de-DE" altLang="zh-CN" dirty="0"/>
              <a:t>Open Source-Projekte</a:t>
            </a:r>
            <a:endParaRPr lang="zh-CN" altLang="de-DE" dirty="0"/>
          </a:p>
          <a:p>
            <a:pPr lvl="1"/>
            <a:r>
              <a:rPr lang="de-DE" altLang="zh-CN" dirty="0"/>
              <a:t>Produkt-Bibliotheken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Build</a:t>
            </a:r>
            <a:r>
              <a:rPr lang="de-DE" dirty="0"/>
              <a:t>-Prozess für Java-Projekte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449376-801E-C62E-C729-38DC13E32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24419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Apache </a:t>
            </a:r>
            <a:r>
              <a:rPr lang="de-DE" dirty="0" err="1"/>
              <a:t>Maven</a:t>
            </a:r>
            <a:endParaRPr lang="de-DE" dirty="0"/>
          </a:p>
        </p:txBody>
      </p:sp>
      <p:grpSp>
        <p:nvGrpSpPr>
          <p:cNvPr id="24" name="Gruppieren 23"/>
          <p:cNvGrpSpPr/>
          <p:nvPr/>
        </p:nvGrpSpPr>
        <p:grpSpPr>
          <a:xfrm>
            <a:off x="1739517" y="1340768"/>
            <a:ext cx="8541659" cy="4968552"/>
            <a:chOff x="215516" y="980728"/>
            <a:chExt cx="8541659" cy="4968552"/>
          </a:xfrm>
        </p:grpSpPr>
        <p:sp>
          <p:nvSpPr>
            <p:cNvPr id="21" name="Flussdiagramm: Datenträger mit direktem Zugriff 20"/>
            <p:cNvSpPr/>
            <p:nvPr/>
          </p:nvSpPr>
          <p:spPr>
            <a:xfrm>
              <a:off x="6372200" y="3861048"/>
              <a:ext cx="1332148" cy="108012"/>
            </a:xfrm>
            <a:prstGeom prst="flowChartMagneticDrum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Rechteck 16"/>
            <p:cNvSpPr/>
            <p:nvPr/>
          </p:nvSpPr>
          <p:spPr>
            <a:xfrm>
              <a:off x="4067944" y="980728"/>
              <a:ext cx="2268252" cy="496855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Artefakt Repository</a:t>
              </a:r>
            </a:p>
            <a:p>
              <a:pPr algn="ctr"/>
              <a:r>
                <a:rPr lang="de-DE" dirty="0">
                  <a:solidFill>
                    <a:schemeClr val="tx1"/>
                  </a:solidFill>
                </a:rPr>
                <a:t>Nexus</a:t>
              </a:r>
            </a:p>
          </p:txBody>
        </p:sp>
        <p:grpSp>
          <p:nvGrpSpPr>
            <p:cNvPr id="11" name="Gruppieren 10"/>
            <p:cNvGrpSpPr/>
            <p:nvPr/>
          </p:nvGrpSpPr>
          <p:grpSpPr>
            <a:xfrm>
              <a:off x="215516" y="980728"/>
              <a:ext cx="2196244" cy="2376264"/>
              <a:chOff x="215516" y="980728"/>
              <a:chExt cx="2196244" cy="2376264"/>
            </a:xfrm>
          </p:grpSpPr>
          <p:sp>
            <p:nvSpPr>
              <p:cNvPr id="9" name="Rechteck 8"/>
              <p:cNvSpPr/>
              <p:nvPr/>
            </p:nvSpPr>
            <p:spPr>
              <a:xfrm>
                <a:off x="215516" y="980728"/>
                <a:ext cx="2196244" cy="237626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Developer 1</a:t>
                </a:r>
              </a:p>
            </p:txBody>
          </p:sp>
          <p:pic>
            <p:nvPicPr>
              <p:cNvPr id="8" name="Grafik 7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3528" y="1376771"/>
                <a:ext cx="1907704" cy="1008113"/>
              </a:xfrm>
              <a:prstGeom prst="rect">
                <a:avLst/>
              </a:prstGeom>
            </p:spPr>
          </p:pic>
          <p:sp>
            <p:nvSpPr>
              <p:cNvPr id="10" name="Flussdiagramm: Magnetplattenspeicher 9"/>
              <p:cNvSpPr/>
              <p:nvPr/>
            </p:nvSpPr>
            <p:spPr>
              <a:xfrm>
                <a:off x="647564" y="2456892"/>
                <a:ext cx="1224136" cy="792088"/>
              </a:xfrm>
              <a:prstGeom prst="flowChartMagneticDisk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600" dirty="0" err="1">
                    <a:solidFill>
                      <a:schemeClr val="tx1"/>
                    </a:solidFill>
                  </a:rPr>
                  <a:t>Local</a:t>
                </a:r>
                <a:r>
                  <a:rPr lang="de-DE" sz="1600" dirty="0">
                    <a:solidFill>
                      <a:schemeClr val="tx1"/>
                    </a:solidFill>
                  </a:rPr>
                  <a:t> Repository</a:t>
                </a:r>
              </a:p>
            </p:txBody>
          </p:sp>
        </p:grpSp>
        <p:grpSp>
          <p:nvGrpSpPr>
            <p:cNvPr id="13" name="Gruppieren 12"/>
            <p:cNvGrpSpPr/>
            <p:nvPr/>
          </p:nvGrpSpPr>
          <p:grpSpPr>
            <a:xfrm>
              <a:off x="215516" y="3573016"/>
              <a:ext cx="2196244" cy="2376264"/>
              <a:chOff x="215516" y="980728"/>
              <a:chExt cx="2196244" cy="2376264"/>
            </a:xfrm>
          </p:grpSpPr>
          <p:sp>
            <p:nvSpPr>
              <p:cNvPr id="14" name="Rechteck 13"/>
              <p:cNvSpPr/>
              <p:nvPr/>
            </p:nvSpPr>
            <p:spPr>
              <a:xfrm>
                <a:off x="215516" y="980728"/>
                <a:ext cx="2196244" cy="237626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Developer 2</a:t>
                </a:r>
              </a:p>
            </p:txBody>
          </p:sp>
          <p:pic>
            <p:nvPicPr>
              <p:cNvPr id="15" name="Grafik 1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3528" y="1376771"/>
                <a:ext cx="1907704" cy="1008113"/>
              </a:xfrm>
              <a:prstGeom prst="rect">
                <a:avLst/>
              </a:prstGeom>
            </p:spPr>
          </p:pic>
          <p:sp>
            <p:nvSpPr>
              <p:cNvPr id="16" name="Flussdiagramm: Magnetplattenspeicher 15"/>
              <p:cNvSpPr/>
              <p:nvPr/>
            </p:nvSpPr>
            <p:spPr>
              <a:xfrm>
                <a:off x="647564" y="2456892"/>
                <a:ext cx="1224136" cy="792088"/>
              </a:xfrm>
              <a:prstGeom prst="flowChartMagneticDisk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600" dirty="0" err="1">
                    <a:solidFill>
                      <a:schemeClr val="tx1"/>
                    </a:solidFill>
                  </a:rPr>
                  <a:t>Local</a:t>
                </a:r>
                <a:r>
                  <a:rPr lang="de-DE" sz="1600" dirty="0">
                    <a:solidFill>
                      <a:schemeClr val="tx1"/>
                    </a:solidFill>
                  </a:rPr>
                  <a:t> Repository</a:t>
                </a:r>
              </a:p>
            </p:txBody>
          </p:sp>
        </p:grpSp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2678" y="1660494"/>
              <a:ext cx="1545864" cy="3928746"/>
            </a:xfrm>
            <a:prstGeom prst="rect">
              <a:avLst/>
            </a:prstGeom>
          </p:spPr>
        </p:pic>
        <p:sp>
          <p:nvSpPr>
            <p:cNvPr id="18" name="Pfeil nach links und rechts 17"/>
            <p:cNvSpPr/>
            <p:nvPr/>
          </p:nvSpPr>
          <p:spPr>
            <a:xfrm>
              <a:off x="2447764" y="1880827"/>
              <a:ext cx="1584176" cy="972109"/>
            </a:xfrm>
            <a:prstGeom prst="leftRightArrow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load</a:t>
              </a:r>
              <a:endParaRPr lang="de-DE" dirty="0">
                <a:solidFill>
                  <a:schemeClr val="tx1"/>
                </a:solidFill>
              </a:endParaRPr>
            </a:p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deploy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0" name="Pfeil nach links und rechts 19"/>
            <p:cNvSpPr/>
            <p:nvPr/>
          </p:nvSpPr>
          <p:spPr>
            <a:xfrm>
              <a:off x="2447764" y="4149080"/>
              <a:ext cx="1584176" cy="972109"/>
            </a:xfrm>
            <a:prstGeom prst="leftRightArrow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load</a:t>
              </a:r>
              <a:endParaRPr lang="de-DE" dirty="0">
                <a:solidFill>
                  <a:schemeClr val="tx1"/>
                </a:solidFill>
              </a:endParaRPr>
            </a:p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deploy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pic>
          <p:nvPicPr>
            <p:cNvPr id="19" name="Grafik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6256" y="2366881"/>
              <a:ext cx="1880919" cy="1880919"/>
            </a:xfrm>
            <a:prstGeom prst="rect">
              <a:avLst/>
            </a:prstGeom>
          </p:spPr>
        </p:pic>
        <p:sp>
          <p:nvSpPr>
            <p:cNvPr id="22" name="Textfeld 21"/>
            <p:cNvSpPr txBox="1"/>
            <p:nvPr/>
          </p:nvSpPr>
          <p:spPr>
            <a:xfrm>
              <a:off x="7321660" y="3008906"/>
              <a:ext cx="990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Internet</a:t>
              </a:r>
            </a:p>
          </p:txBody>
        </p:sp>
      </p:grp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0093AC26-987B-3DA8-82CC-9BCE94CC3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6572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Inhaltsplatzhalter 6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de-DE" dirty="0">
                <a:cs typeface="Courier New" pitchFamily="49" charset="0"/>
              </a:rPr>
              <a:t>settings.xml, allgemein gültig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settings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mirrors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mirror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Hier wird die Adresse des internen Servers eingetragen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mirror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mirrors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servers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server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Authentifizierungs-Informationen für den internen Server	      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server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servers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settings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Maven-Konfiguration: Das interne Repository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5AB8BF7-16EC-F20C-ECA0-22E469A2E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05359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Das übernimmt eine so genannte Parent-POM</a:t>
            </a:r>
          </a:p>
          <a:p>
            <a:pPr lvl="1"/>
            <a:r>
              <a:rPr lang="de-DE" dirty="0"/>
              <a:t>Eine Art Superklasse für alle </a:t>
            </a:r>
            <a:r>
              <a:rPr lang="de-DE" dirty="0" err="1"/>
              <a:t>Maven-Buildprozesse</a:t>
            </a:r>
            <a:endParaRPr lang="de-DE" dirty="0"/>
          </a:p>
          <a:p>
            <a:pPr lvl="1"/>
            <a:r>
              <a:rPr lang="de-DE" dirty="0"/>
              <a:t>Diese wird als eigenes Artefakt im Repository abgelegt</a:t>
            </a:r>
          </a:p>
          <a:p>
            <a:r>
              <a:rPr lang="de-DE" dirty="0"/>
              <a:t>Beispiel:</a:t>
            </a:r>
          </a:p>
          <a:p>
            <a:pPr lvl="1"/>
            <a:r>
              <a:rPr lang="de-DE" dirty="0"/>
              <a:t>Ausschnitt des Distribution-Managements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distributionManagement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repository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uniqueVersion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uniqueVersion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id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nexus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id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&gt;Corporate Repository&lt;/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&gt;http://…&lt;/url&gt;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repository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snapshotRepository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uniqueVersion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uniqueVersion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id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nexus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id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&gt;Corporate Snapshots&lt;/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&gt;http://…&lt;/url&gt;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snapshotRepository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distributionManagement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Maven-Konfiguration: Ausbringen eigener Artefakte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DFD2E6-CC9C-2E2B-1184-C823B44AB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59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50219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Konfiguration des Java-Compilers</a:t>
            </a:r>
          </a:p>
          <a:p>
            <a:pPr lvl="1"/>
            <a:r>
              <a:rPr lang="de-DE" dirty="0"/>
              <a:t>Java-Version</a:t>
            </a:r>
          </a:p>
          <a:p>
            <a:r>
              <a:rPr lang="de-DE" dirty="0"/>
              <a:t>Reporting</a:t>
            </a:r>
          </a:p>
          <a:p>
            <a:r>
              <a:rPr lang="de-DE" dirty="0"/>
              <a:t>Allgemein zu benutzende </a:t>
            </a:r>
            <a:r>
              <a:rPr lang="de-DE" dirty="0" err="1"/>
              <a:t>Dependencies</a:t>
            </a:r>
            <a:r>
              <a:rPr lang="de-DE" dirty="0"/>
              <a:t> zu anderen Artefakten</a:t>
            </a:r>
          </a:p>
          <a:p>
            <a:pPr lvl="1"/>
            <a:r>
              <a:rPr lang="de-DE" dirty="0" err="1"/>
              <a:t>JUnit</a:t>
            </a:r>
            <a:endParaRPr lang="de-DE" dirty="0"/>
          </a:p>
          <a:p>
            <a:pPr lvl="1"/>
            <a:r>
              <a:rPr lang="de-DE" dirty="0"/>
              <a:t>Datenbank-Treiber</a:t>
            </a:r>
          </a:p>
          <a:p>
            <a:pPr lvl="1"/>
            <a:r>
              <a:rPr lang="de-DE" dirty="0"/>
              <a:t>…</a:t>
            </a:r>
          </a:p>
          <a:p>
            <a:r>
              <a:rPr lang="de-DE" dirty="0"/>
              <a:t>Konfiguration weiterer </a:t>
            </a:r>
            <a:r>
              <a:rPr lang="de-DE" dirty="0" err="1"/>
              <a:t>PlugIns</a:t>
            </a:r>
            <a:endParaRPr lang="de-DE" dirty="0"/>
          </a:p>
          <a:p>
            <a:pPr lvl="1"/>
            <a:r>
              <a:rPr lang="de-DE" dirty="0"/>
              <a:t>Spezielle Reports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Elemente der Parent-POM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69E631-B2C2-93B4-F200-86EB2F95F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53486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Fertige Produktlösung von </a:t>
            </a:r>
            <a:r>
              <a:rPr lang="de-DE" dirty="0" err="1"/>
              <a:t>Sonatype</a:t>
            </a:r>
            <a:endParaRPr lang="de-DE" dirty="0"/>
          </a:p>
          <a:p>
            <a:pPr lvl="1"/>
            <a:r>
              <a:rPr lang="de-DE" dirty="0"/>
              <a:t>Community</a:t>
            </a:r>
          </a:p>
          <a:p>
            <a:pPr lvl="1"/>
            <a:r>
              <a:rPr lang="de-DE" dirty="0"/>
              <a:t>Kommerzieller Support</a:t>
            </a:r>
          </a:p>
          <a:p>
            <a:r>
              <a:rPr lang="de-DE" dirty="0"/>
              <a:t>Repository Server für </a:t>
            </a:r>
          </a:p>
          <a:p>
            <a:pPr lvl="1"/>
            <a:r>
              <a:rPr lang="de-DE" dirty="0"/>
              <a:t>Java Artefakte</a:t>
            </a:r>
          </a:p>
          <a:p>
            <a:pPr lvl="1"/>
            <a:r>
              <a:rPr lang="de-DE" dirty="0"/>
              <a:t>Aber auch Docker-Images</a:t>
            </a:r>
          </a:p>
          <a:p>
            <a:r>
              <a:rPr lang="de-DE" dirty="0"/>
              <a:t>Alternative Produkte</a:t>
            </a:r>
          </a:p>
          <a:p>
            <a:pPr lvl="1"/>
            <a:r>
              <a:rPr lang="de-DE" dirty="0"/>
              <a:t>Apache </a:t>
            </a:r>
            <a:r>
              <a:rPr lang="de-DE" dirty="0" err="1"/>
              <a:t>Archiva</a:t>
            </a:r>
            <a:endParaRPr lang="de-DE" dirty="0"/>
          </a:p>
          <a:p>
            <a:pPr lvl="1"/>
            <a:r>
              <a:rPr lang="de-DE" dirty="0" err="1"/>
              <a:t>JFrog</a:t>
            </a:r>
            <a:r>
              <a:rPr lang="de-DE" dirty="0"/>
              <a:t> </a:t>
            </a:r>
            <a:r>
              <a:rPr lang="de-DE" dirty="0" err="1"/>
              <a:t>Artefactory</a:t>
            </a:r>
            <a:endParaRPr lang="de-DE" dirty="0"/>
          </a:p>
          <a:p>
            <a:pPr lvl="1"/>
            <a:r>
              <a:rPr lang="de-DE" dirty="0" err="1"/>
              <a:t>Atlassian</a:t>
            </a:r>
            <a:r>
              <a:rPr lang="de-DE" dirty="0"/>
              <a:t> </a:t>
            </a:r>
            <a:r>
              <a:rPr lang="de-DE" dirty="0" err="1"/>
              <a:t>Bitbucket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</a:t>
            </a:r>
            <a:r>
              <a:rPr lang="de-DE" dirty="0" err="1"/>
              <a:t>Sonatype</a:t>
            </a:r>
            <a:r>
              <a:rPr lang="de-DE" dirty="0"/>
              <a:t> Nexus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189A93-37EF-8D51-808B-D56629D5B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84391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Grundsätzliche Organisation</a:t>
            </a:r>
          </a:p>
        </p:txBody>
      </p:sp>
      <p:grpSp>
        <p:nvGrpSpPr>
          <p:cNvPr id="17" name="Gruppieren 16"/>
          <p:cNvGrpSpPr/>
          <p:nvPr/>
        </p:nvGrpSpPr>
        <p:grpSpPr>
          <a:xfrm>
            <a:off x="2306869" y="1304764"/>
            <a:ext cx="6309411" cy="4968552"/>
            <a:chOff x="251520" y="1196752"/>
            <a:chExt cx="6309411" cy="4968552"/>
          </a:xfrm>
        </p:grpSpPr>
        <p:sp>
          <p:nvSpPr>
            <p:cNvPr id="7" name="Rechteck 6"/>
            <p:cNvSpPr/>
            <p:nvPr/>
          </p:nvSpPr>
          <p:spPr>
            <a:xfrm>
              <a:off x="2807804" y="2060848"/>
              <a:ext cx="1584176" cy="367240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Repository</a:t>
              </a:r>
            </a:p>
            <a:p>
              <a:pPr algn="ctr"/>
              <a:r>
                <a:rPr lang="de-DE" dirty="0">
                  <a:solidFill>
                    <a:schemeClr val="tx1"/>
                  </a:solidFill>
                </a:rPr>
                <a:t>Group</a:t>
              </a:r>
            </a:p>
          </p:txBody>
        </p:sp>
        <p:sp>
          <p:nvSpPr>
            <p:cNvPr id="11" name="Flussdiagramm: Datenträger mit direktem Zugriff 10"/>
            <p:cNvSpPr/>
            <p:nvPr/>
          </p:nvSpPr>
          <p:spPr>
            <a:xfrm>
              <a:off x="4175956" y="5166484"/>
              <a:ext cx="1332148" cy="108012"/>
            </a:xfrm>
            <a:prstGeom prst="flowChartMagneticDrum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12" name="Rechteck 11"/>
            <p:cNvSpPr/>
            <p:nvPr/>
          </p:nvSpPr>
          <p:spPr>
            <a:xfrm>
              <a:off x="251520" y="1196752"/>
              <a:ext cx="2268252" cy="496855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dirty="0">
                  <a:solidFill>
                    <a:schemeClr val="tx1"/>
                  </a:solidFill>
                </a:rPr>
                <a:t>Artefakt Repository</a:t>
              </a:r>
            </a:p>
            <a:p>
              <a:pPr algn="ctr"/>
              <a:r>
                <a:rPr lang="de-DE" dirty="0">
                  <a:solidFill>
                    <a:schemeClr val="tx1"/>
                  </a:solidFill>
                </a:rPr>
                <a:t>Nexus</a:t>
              </a:r>
            </a:p>
          </p:txBody>
        </p:sp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254" y="1876518"/>
              <a:ext cx="1545864" cy="3928746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0012" y="3672317"/>
              <a:ext cx="1880919" cy="1880919"/>
            </a:xfrm>
            <a:prstGeom prst="rect">
              <a:avLst/>
            </a:prstGeom>
          </p:spPr>
        </p:pic>
        <p:sp>
          <p:nvSpPr>
            <p:cNvPr id="15" name="Textfeld 21"/>
            <p:cNvSpPr txBox="1"/>
            <p:nvPr/>
          </p:nvSpPr>
          <p:spPr>
            <a:xfrm>
              <a:off x="5125416" y="4314342"/>
              <a:ext cx="9901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r>
                <a:rPr lang="de-DE" dirty="0">
                  <a:solidFill>
                    <a:schemeClr val="tx1"/>
                  </a:solidFill>
                </a:rPr>
                <a:t>Internet</a:t>
              </a:r>
            </a:p>
          </p:txBody>
        </p:sp>
        <p:sp>
          <p:nvSpPr>
            <p:cNvPr id="10" name="Rechteck 9"/>
            <p:cNvSpPr/>
            <p:nvPr/>
          </p:nvSpPr>
          <p:spPr>
            <a:xfrm>
              <a:off x="3059832" y="2892184"/>
              <a:ext cx="1080120" cy="9001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Hosted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8" name="Rechteck 17"/>
            <p:cNvSpPr/>
            <p:nvPr/>
          </p:nvSpPr>
          <p:spPr>
            <a:xfrm>
              <a:off x="3059832" y="4617132"/>
              <a:ext cx="1080120" cy="9001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Proxy</a:t>
              </a:r>
            </a:p>
          </p:txBody>
        </p:sp>
        <p:sp>
          <p:nvSpPr>
            <p:cNvPr id="19" name="Flussdiagramm: Datenträger mit direktem Zugriff 18"/>
            <p:cNvSpPr/>
            <p:nvPr/>
          </p:nvSpPr>
          <p:spPr>
            <a:xfrm>
              <a:off x="4175956" y="3068960"/>
              <a:ext cx="1332148" cy="108012"/>
            </a:xfrm>
            <a:prstGeom prst="flowChartMagneticDrum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16" name="Flussdiagramm: Magnetplattenspeicher 15"/>
            <p:cNvSpPr/>
            <p:nvPr/>
          </p:nvSpPr>
          <p:spPr>
            <a:xfrm>
              <a:off x="4968044" y="2312876"/>
              <a:ext cx="1435515" cy="1143417"/>
            </a:xfrm>
            <a:prstGeom prst="flowChartMagneticDisk">
              <a:avLst/>
            </a:prstGeom>
            <a:solidFill>
              <a:srgbClr val="00F0F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File Store</a:t>
              </a:r>
            </a:p>
          </p:txBody>
        </p:sp>
      </p:grp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5E28AD8-34FD-64F0-1D39-201BE25C9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06362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Die Repository -Group wird für Lese-Vorgänge genutzt</a:t>
            </a:r>
          </a:p>
          <a:p>
            <a:pPr lvl="1"/>
            <a:r>
              <a:rPr lang="de-DE" dirty="0"/>
              <a:t>Nicht vorhandene Artefakte oder Images werden über den Internet-Proxy nachgeladen</a:t>
            </a:r>
          </a:p>
          <a:p>
            <a:r>
              <a:rPr lang="de-DE" dirty="0"/>
              <a:t>Das </a:t>
            </a:r>
            <a:r>
              <a:rPr lang="de-DE" dirty="0" err="1"/>
              <a:t>Hosted</a:t>
            </a:r>
            <a:r>
              <a:rPr lang="de-DE" dirty="0"/>
              <a:t>-Repository wird für die Ablage eigener Artefakte und Images genutzt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Konfiguration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2CC3D7-7BDC-5A59-70EF-186337E22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192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Nexus </a:t>
            </a:r>
            <a:r>
              <a:rPr lang="de-DE" dirty="0" err="1"/>
              <a:t>Maven</a:t>
            </a:r>
            <a:r>
              <a:rPr lang="de-DE" dirty="0"/>
              <a:t>-Repository</a:t>
            </a:r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02255" y="1564278"/>
            <a:ext cx="8496300" cy="5030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DEC5DD-9210-2380-0253-D1C2C5E9F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66330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Die Betriebssystem nahe Überwachung ist für Java-Prozesse nicht sonderlich aufschlussreich</a:t>
            </a:r>
          </a:p>
          <a:p>
            <a:pPr lvl="1"/>
            <a:r>
              <a:rPr lang="de-DE" dirty="0" err="1"/>
              <a:t>Metriken</a:t>
            </a:r>
            <a:r>
              <a:rPr lang="de-DE" dirty="0"/>
              <a:t> der Java-Virtual </a:t>
            </a:r>
            <a:r>
              <a:rPr lang="de-DE" dirty="0" err="1"/>
              <a:t>Machine</a:t>
            </a:r>
            <a:endParaRPr lang="de-DE" dirty="0"/>
          </a:p>
          <a:p>
            <a:pPr lvl="2"/>
            <a:r>
              <a:rPr lang="de-DE" dirty="0"/>
              <a:t>Heap-Speicher</a:t>
            </a:r>
          </a:p>
          <a:p>
            <a:pPr lvl="2"/>
            <a:r>
              <a:rPr lang="de-DE" dirty="0" err="1"/>
              <a:t>Garbage</a:t>
            </a:r>
            <a:r>
              <a:rPr lang="de-DE" dirty="0"/>
              <a:t> </a:t>
            </a:r>
            <a:r>
              <a:rPr lang="de-DE" dirty="0" err="1"/>
              <a:t>Collections</a:t>
            </a:r>
            <a:endParaRPr lang="de-DE" dirty="0"/>
          </a:p>
          <a:p>
            <a:r>
              <a:rPr lang="de-DE" dirty="0"/>
              <a:t>Hierfür wird besser JMX benutzt</a:t>
            </a:r>
          </a:p>
          <a:p>
            <a:pPr lvl="1"/>
            <a:r>
              <a:rPr lang="de-DE" dirty="0"/>
              <a:t>Idee: Auf einem (im Unternehmen standardisierten) Port wird JMX beispielsweise mit </a:t>
            </a:r>
            <a:r>
              <a:rPr lang="de-DE" dirty="0" err="1"/>
              <a:t>Jolokia</a:t>
            </a:r>
            <a:r>
              <a:rPr lang="de-DE" dirty="0"/>
              <a:t> bereitgestellt</a:t>
            </a:r>
          </a:p>
          <a:p>
            <a:pPr lvl="2"/>
            <a:r>
              <a:rPr lang="de-DE" dirty="0"/>
              <a:t>Hierfür existieren aber auch andere Lösungen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Problemstellung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B4799F-092B-B534-6180-67EC98D7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58380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Jolokia</a:t>
            </a:r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9576" y="1412167"/>
            <a:ext cx="8112125" cy="5091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8C8FC1-B664-2FE2-B59B-D00C2CDD9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76982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BA64D02-E538-8408-4277-BBB40A079A6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/>
              <a:t>3.2 Docker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8AB46F3-B407-FF97-E161-3BB5B4D4564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de-DE" dirty="0"/>
              <a:t>3.1 Applikationsserver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1C7458DC-D209-CC73-C191-CD17E6BC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Container für Microservices</a:t>
            </a:r>
          </a:p>
        </p:txBody>
      </p:sp>
    </p:spTree>
    <p:extLst>
      <p:ext uri="{BB962C8B-B14F-4D97-AF65-F5344CB8AC3E}">
        <p14:creationId xmlns:p14="http://schemas.microsoft.com/office/powerpoint/2010/main" val="19201356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7452" y="827808"/>
            <a:ext cx="3375464" cy="633479"/>
          </a:xfrm>
        </p:spPr>
        <p:txBody>
          <a:bodyPr/>
          <a:lstStyle/>
          <a:p>
            <a:r>
              <a:rPr lang="de-DE" dirty="0"/>
              <a:t>Allgemeines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Applikationsserver sind Bestandteil der Java Enterprise Edition</a:t>
            </a:r>
          </a:p>
          <a:p>
            <a:pPr lvl="1"/>
            <a:r>
              <a:rPr lang="de-DE" dirty="0"/>
              <a:t>Eine Spezifikation</a:t>
            </a:r>
          </a:p>
          <a:p>
            <a:r>
              <a:rPr lang="de-DE" dirty="0"/>
              <a:t>Ausprägungen:</a:t>
            </a:r>
          </a:p>
          <a:p>
            <a:pPr lvl="1"/>
            <a:r>
              <a:rPr lang="de-DE" dirty="0"/>
              <a:t>Web Profile</a:t>
            </a:r>
          </a:p>
          <a:p>
            <a:pPr lvl="2"/>
            <a:r>
              <a:rPr lang="de-DE" dirty="0"/>
              <a:t>Web Anwendungen</a:t>
            </a:r>
          </a:p>
          <a:p>
            <a:pPr lvl="2"/>
            <a:r>
              <a:rPr lang="de-DE" dirty="0"/>
              <a:t>Web Services</a:t>
            </a:r>
          </a:p>
          <a:p>
            <a:pPr lvl="1"/>
            <a:r>
              <a:rPr lang="de-DE" dirty="0" err="1"/>
              <a:t>Full</a:t>
            </a:r>
            <a:r>
              <a:rPr lang="de-DE" dirty="0"/>
              <a:t> Profile</a:t>
            </a:r>
          </a:p>
          <a:p>
            <a:pPr lvl="2"/>
            <a:r>
              <a:rPr lang="de-DE" dirty="0"/>
              <a:t>Transaktionelle Ressourcen-Zugriffe</a:t>
            </a:r>
          </a:p>
          <a:p>
            <a:pPr lvl="2"/>
            <a:r>
              <a:rPr lang="de-DE" dirty="0"/>
              <a:t>Messaging</a:t>
            </a:r>
          </a:p>
          <a:p>
            <a:pPr lvl="1"/>
            <a:r>
              <a:rPr lang="de-DE" dirty="0"/>
              <a:t>Weitere inoffizielle Profile</a:t>
            </a:r>
          </a:p>
          <a:p>
            <a:pPr lvl="2"/>
            <a:r>
              <a:rPr lang="de-DE" dirty="0"/>
              <a:t>Reine Messaging Systeme</a:t>
            </a:r>
          </a:p>
          <a:p>
            <a:pPr lvl="2"/>
            <a:r>
              <a:rPr lang="de-DE" dirty="0"/>
              <a:t>Web Profile mit einfachem Transaktionsmanagement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632790-70A3-8D9F-5160-F73B4354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2E5202-2A3E-42A4-8AD5-6C0196D47B08}" type="slidenum">
              <a:rPr lang="de-DE" smtClean="0"/>
              <a:pPr>
                <a:defRPr/>
              </a:pPr>
              <a:t>68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54292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Ausbringen von Anwendungen in den laufenden Server</a:t>
            </a:r>
          </a:p>
          <a:p>
            <a:pPr lvl="1"/>
            <a:r>
              <a:rPr lang="de-DE" dirty="0"/>
              <a:t>Hot </a:t>
            </a:r>
            <a:r>
              <a:rPr lang="de-DE" dirty="0" err="1"/>
              <a:t>Deployment</a:t>
            </a:r>
            <a:endParaRPr lang="de-DE" dirty="0"/>
          </a:p>
          <a:p>
            <a:pPr lvl="2"/>
            <a:r>
              <a:rPr lang="de-DE" dirty="0"/>
              <a:t>File-Transfer in ein überwachtes Verzeichnis</a:t>
            </a:r>
          </a:p>
          <a:p>
            <a:pPr lvl="1"/>
            <a:r>
              <a:rPr lang="de-DE" dirty="0"/>
              <a:t>Administrativer Vorgang</a:t>
            </a:r>
          </a:p>
          <a:p>
            <a:pPr lvl="2"/>
            <a:r>
              <a:rPr lang="de-DE" dirty="0"/>
              <a:t>Web </a:t>
            </a:r>
            <a:r>
              <a:rPr lang="de-DE" dirty="0" err="1"/>
              <a:t>Console</a:t>
            </a:r>
            <a:endParaRPr lang="de-DE" dirty="0"/>
          </a:p>
          <a:p>
            <a:pPr lvl="2"/>
            <a:r>
              <a:rPr lang="de-DE" dirty="0"/>
              <a:t>Admin-Skripte</a:t>
            </a:r>
          </a:p>
          <a:p>
            <a:pPr lvl="1"/>
            <a:r>
              <a:rPr lang="de-DE" dirty="0" err="1"/>
              <a:t>Konfigurativ</a:t>
            </a:r>
            <a:endParaRPr lang="de-DE" dirty="0"/>
          </a:p>
          <a:p>
            <a:pPr lvl="2"/>
            <a:r>
              <a:rPr lang="de-DE" dirty="0"/>
              <a:t>mit Neustart des Servers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Deployment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5397AB-84A4-1E2B-C289-67EB3E2F6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69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52380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Der Server ist über JMX zugreifbar</a:t>
            </a:r>
          </a:p>
          <a:p>
            <a:r>
              <a:rPr lang="de-DE" dirty="0"/>
              <a:t>Web Konsolen</a:t>
            </a:r>
          </a:p>
          <a:p>
            <a:r>
              <a:rPr lang="de-DE" dirty="0"/>
              <a:t>Log-Dateien</a:t>
            </a:r>
          </a:p>
          <a:p>
            <a:r>
              <a:rPr lang="de-DE" dirty="0"/>
              <a:t>Betriebssystem-Überwachung</a:t>
            </a:r>
          </a:p>
          <a:p>
            <a:pPr lvl="1"/>
            <a:r>
              <a:rPr lang="de-DE" dirty="0"/>
              <a:t>Speicher</a:t>
            </a:r>
          </a:p>
          <a:p>
            <a:pPr lvl="1"/>
            <a:r>
              <a:rPr lang="de-DE" dirty="0"/>
              <a:t>CPU</a:t>
            </a:r>
          </a:p>
          <a:p>
            <a:pPr lvl="1"/>
            <a:r>
              <a:rPr lang="de-DE" dirty="0"/>
              <a:t>IO</a:t>
            </a:r>
          </a:p>
          <a:p>
            <a:r>
              <a:rPr lang="de-DE" dirty="0"/>
              <a:t>Bei Verwendung des Docker-Containers übernimmt dieser die Rolle des Betriebssystems!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Überwachung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2B72CA-510D-E000-BF5C-5AFABF491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64836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Applikationsserver</a:t>
            </a:r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255" y="1700808"/>
            <a:ext cx="8496300" cy="4395787"/>
          </a:xfr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64D68-7F7F-5C8F-5CD2-1F02285E1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22462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Inbound Connectors ermöglichen die Kommunikation mit dem Applikationsserver</a:t>
            </a:r>
          </a:p>
          <a:p>
            <a:pPr lvl="1"/>
            <a:r>
              <a:rPr lang="de-DE"/>
              <a:t>http/https</a:t>
            </a:r>
          </a:p>
          <a:p>
            <a:pPr lvl="1"/>
            <a:r>
              <a:rPr lang="it-IT"/>
              <a:t>Java Remote Method Invocation (RMI) bzw. die interoperable Variante RMI/IIOP</a:t>
            </a:r>
            <a:endParaRPr lang="de-DE"/>
          </a:p>
          <a:p>
            <a:pPr lvl="1"/>
            <a:r>
              <a:rPr lang="de-DE"/>
              <a:t>Empfangen von Messages mit dem Java Messaging Service (JMS)</a:t>
            </a:r>
          </a:p>
          <a:p>
            <a:pPr lvl="1"/>
            <a:r>
              <a:rPr lang="de-DE"/>
              <a:t>SOAP</a:t>
            </a:r>
          </a:p>
          <a:p>
            <a:r>
              <a:rPr lang="de-DE"/>
              <a:t>Für Protokolle, die nicht im Standard enthalten sind, können spezielle Implementierungen für Inboud Connectors als Plug-In in den Applikationsserver installiert werden</a:t>
            </a:r>
          </a:p>
          <a:p>
            <a:pPr lvl="1"/>
            <a:r>
              <a:rPr lang="de-DE"/>
              <a:t>Dafür existiert auch ein breiter Markt von Herstellern und Produkten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6093" y="590671"/>
            <a:ext cx="10393179" cy="648997"/>
          </a:xfrm>
        </p:spPr>
        <p:txBody>
          <a:bodyPr/>
          <a:lstStyle/>
          <a:p>
            <a:pPr lvl="2"/>
            <a:r>
              <a:rPr lang="de-DE" sz="2700" b="1" dirty="0"/>
              <a:t>Inbound </a:t>
            </a:r>
            <a:r>
              <a:rPr lang="de-DE" sz="2700" b="1" dirty="0" err="1"/>
              <a:t>Connectors</a:t>
            </a:r>
            <a:endParaRPr lang="de-DE" sz="2700" b="1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5FED9F2-77E9-964E-A108-D6F191807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61259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Inbound</a:t>
            </a:r>
            <a:r>
              <a:rPr lang="de-DE" dirty="0"/>
              <a:t> </a:t>
            </a:r>
            <a:r>
              <a:rPr lang="de-DE" dirty="0" err="1"/>
              <a:t>Connectors</a:t>
            </a:r>
            <a:r>
              <a:rPr lang="de-DE" dirty="0"/>
              <a:t> enthalten selber keine Geschäftsprozesse</a:t>
            </a:r>
          </a:p>
          <a:p>
            <a:r>
              <a:rPr lang="de-DE" dirty="0"/>
              <a:t>Laut Konzeption wandeln sie eine einkommende Netzwerkverbindung um in einen Request der, wie oben bereits angesprochen, von einem Thread aus dem Thread Pool ausgeführt wird</a:t>
            </a:r>
          </a:p>
          <a:p>
            <a:r>
              <a:rPr lang="de-DE" dirty="0"/>
              <a:t>Geschäftslogik wird in einer JEE-Komponente definiert</a:t>
            </a:r>
          </a:p>
          <a:p>
            <a:r>
              <a:rPr lang="de-DE" dirty="0"/>
              <a:t>Ein </a:t>
            </a:r>
            <a:r>
              <a:rPr lang="de-DE" dirty="0" err="1"/>
              <a:t>Inbound</a:t>
            </a:r>
            <a:r>
              <a:rPr lang="de-DE" dirty="0"/>
              <a:t> Connector kann im Rahmen einer Verteilten Transaktion aufgerufen werden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 des </a:t>
            </a:r>
            <a:r>
              <a:rPr lang="de-DE" dirty="0" err="1"/>
              <a:t>Inbound</a:t>
            </a:r>
            <a:r>
              <a:rPr lang="de-DE" dirty="0"/>
              <a:t> </a:t>
            </a:r>
            <a:r>
              <a:rPr lang="de-DE" dirty="0" err="1"/>
              <a:t>Connectors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528247B-FF8D-2F2A-A749-7CE9F2D22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95061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JEE Komponenten bestehen aus zwei Komponenten:</a:t>
            </a:r>
          </a:p>
          <a:p>
            <a:pPr lvl="1"/>
            <a:r>
              <a:rPr lang="de-DE" dirty="0"/>
              <a:t>Einem Container, der vom Applikationsserver zur Verfügung gestellt wird </a:t>
            </a:r>
          </a:p>
          <a:p>
            <a:pPr lvl="1"/>
            <a:r>
              <a:rPr lang="de-DE" dirty="0"/>
              <a:t>und der eigentlichen Komponente, die als Bestandteil eines Anwendungsprogramms aufzufassen ist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6093" y="590671"/>
            <a:ext cx="10393179" cy="648997"/>
          </a:xfrm>
        </p:spPr>
        <p:txBody>
          <a:bodyPr/>
          <a:lstStyle/>
          <a:p>
            <a:pPr lvl="2"/>
            <a:r>
              <a:rPr lang="de-DE" sz="2700" b="1" dirty="0"/>
              <a:t>JEE Komponenten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1EC454-0C25-7E99-79A6-48025AA45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32458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 dirty="0"/>
              <a:t>Servlets werden vom http </a:t>
            </a:r>
            <a:r>
              <a:rPr lang="de-DE" dirty="0" err="1"/>
              <a:t>Inbound</a:t>
            </a:r>
            <a:r>
              <a:rPr lang="de-DE" dirty="0"/>
              <a:t> Connector aufgerufen</a:t>
            </a:r>
          </a:p>
          <a:p>
            <a:pPr lvl="1"/>
            <a:r>
              <a:rPr lang="de-DE" dirty="0"/>
              <a:t>Die Entscheidung, welches Servlet (und damit welche Anwendungslogik) aufgerufen werden soll erfolgt über die URL des http-Aufrufs</a:t>
            </a:r>
          </a:p>
          <a:p>
            <a:pPr lvl="1"/>
            <a:r>
              <a:rPr lang="de-DE" dirty="0"/>
              <a:t>Ein spezieller Typ von Servlet kann auch über SOAP aufgerufen werden</a:t>
            </a:r>
          </a:p>
          <a:p>
            <a:pPr lvl="1"/>
            <a:r>
              <a:rPr lang="de-DE" dirty="0"/>
              <a:t>In modernen Anwendungen existiert wahrscheinlich nur ein einziges zentrales Servlet</a:t>
            </a:r>
          </a:p>
          <a:p>
            <a:pPr lvl="0"/>
            <a:r>
              <a:rPr lang="de-DE" dirty="0"/>
              <a:t>Enterprise </a:t>
            </a:r>
            <a:r>
              <a:rPr lang="de-DE" dirty="0" err="1"/>
              <a:t>JavaBeans</a:t>
            </a:r>
            <a:r>
              <a:rPr lang="de-DE" dirty="0"/>
              <a:t> dienen primär zur Transaktionssteuerung</a:t>
            </a:r>
          </a:p>
          <a:p>
            <a:pPr lvl="1"/>
            <a:r>
              <a:rPr lang="de-DE" dirty="0"/>
              <a:t>Dem Anwendungsprogrammierer werden verschiedene Sub-Typen angeboten, die sich bezüglich Lebenszyklus und Aufruf-Protokoll unterscheiden</a:t>
            </a:r>
          </a:p>
          <a:p>
            <a:pPr lvl="1"/>
            <a:r>
              <a:rPr lang="de-DE" dirty="0"/>
              <a:t>Es gibt „</a:t>
            </a:r>
            <a:r>
              <a:rPr lang="de-DE" dirty="0" err="1"/>
              <a:t>Stateless</a:t>
            </a:r>
            <a:r>
              <a:rPr lang="de-DE" dirty="0"/>
              <a:t>“ und „</a:t>
            </a:r>
            <a:r>
              <a:rPr lang="de-DE" dirty="0" err="1"/>
              <a:t>Stateful</a:t>
            </a:r>
            <a:r>
              <a:rPr lang="de-DE" dirty="0"/>
              <a:t> </a:t>
            </a:r>
            <a:r>
              <a:rPr lang="de-DE" dirty="0" err="1"/>
              <a:t>SessionBeans</a:t>
            </a:r>
            <a:r>
              <a:rPr lang="de-DE" dirty="0"/>
              <a:t>“, „Message </a:t>
            </a:r>
            <a:r>
              <a:rPr lang="de-DE" dirty="0" err="1"/>
              <a:t>Driven</a:t>
            </a:r>
            <a:r>
              <a:rPr lang="de-DE" dirty="0"/>
              <a:t> </a:t>
            </a:r>
            <a:r>
              <a:rPr lang="de-DE" dirty="0" err="1"/>
              <a:t>Beans</a:t>
            </a:r>
            <a:r>
              <a:rPr lang="de-DE" dirty="0"/>
              <a:t>“ sowie „Singletons“</a:t>
            </a:r>
          </a:p>
          <a:p>
            <a:pPr lvl="1"/>
            <a:r>
              <a:rPr lang="de-DE" dirty="0"/>
              <a:t>Enterprise </a:t>
            </a:r>
            <a:r>
              <a:rPr lang="de-DE" dirty="0" err="1"/>
              <a:t>JavaBeans</a:t>
            </a:r>
            <a:r>
              <a:rPr lang="de-DE" dirty="0"/>
              <a:t> sind in modernen Anwendungen häufig nicht mehr anzutreffen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JEE Komponenten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81FF2F2-1931-016D-9A60-B1BF21FFC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43131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Outbound Connectors werden von JEE-Komponenten lokal benutzt</a:t>
            </a:r>
          </a:p>
          <a:p>
            <a:r>
              <a:rPr lang="de-DE"/>
              <a:t>Ihre Aufgabe ist es, einen Geschäftsprozess innerhalb eines Backend-Systems aufzurufen</a:t>
            </a:r>
          </a:p>
          <a:p>
            <a:pPr lvl="1"/>
            <a:r>
              <a:rPr lang="de-DE"/>
              <a:t>Dazu hält der Outbound Connector einen Connection Pool</a:t>
            </a:r>
          </a:p>
          <a:p>
            <a:r>
              <a:rPr lang="de-DE"/>
              <a:t>Die Outbound Connectors werden auch vom Transaktionsmanager (für die Koordinierung der Verteilten Transaktionen) und vom Security Manager (Propagierung des angemeldeten Benutzers) benutzt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6093" y="606060"/>
            <a:ext cx="10393179" cy="633608"/>
          </a:xfrm>
        </p:spPr>
        <p:txBody>
          <a:bodyPr/>
          <a:lstStyle/>
          <a:p>
            <a:pPr lvl="2"/>
            <a:r>
              <a:rPr lang="de-DE" sz="2700" b="1" dirty="0" err="1">
                <a:latin typeface="+mn-lt"/>
              </a:rPr>
              <a:t>Outbund</a:t>
            </a:r>
            <a:r>
              <a:rPr lang="de-DE" sz="2700" b="1" dirty="0">
                <a:latin typeface="+mn-lt"/>
              </a:rPr>
              <a:t> </a:t>
            </a:r>
            <a:r>
              <a:rPr lang="de-DE" sz="2700" b="1" dirty="0" err="1">
                <a:latin typeface="+mn-lt"/>
              </a:rPr>
              <a:t>Connectors</a:t>
            </a:r>
            <a:endParaRPr lang="de-DE" sz="2700" b="1" dirty="0">
              <a:latin typeface="+mn-lt"/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7E4D68-F7BF-3F46-9890-9B736C2A0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276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Die JEE-Spezifikation verlangt die folgenden </a:t>
            </a:r>
            <a:r>
              <a:rPr lang="de-DE" dirty="0" err="1"/>
              <a:t>Outbound</a:t>
            </a:r>
            <a:r>
              <a:rPr lang="de-DE" dirty="0"/>
              <a:t> </a:t>
            </a:r>
            <a:r>
              <a:rPr lang="de-DE" dirty="0" err="1"/>
              <a:t>Connectors</a:t>
            </a:r>
            <a:r>
              <a:rPr lang="de-DE" dirty="0"/>
              <a:t>:</a:t>
            </a:r>
          </a:p>
          <a:p>
            <a:pPr lvl="0"/>
            <a:r>
              <a:rPr lang="de-DE" dirty="0"/>
              <a:t>Die Data </a:t>
            </a:r>
            <a:r>
              <a:rPr lang="de-DE" dirty="0" err="1"/>
              <a:t>Sources</a:t>
            </a:r>
            <a:r>
              <a:rPr lang="de-DE" dirty="0"/>
              <a:t> verbinden zu SQL-Datenbanksystemen</a:t>
            </a:r>
          </a:p>
          <a:p>
            <a:pPr lvl="0"/>
            <a:r>
              <a:rPr lang="de-DE" dirty="0"/>
              <a:t>Versenden von JMS Messages</a:t>
            </a:r>
          </a:p>
          <a:p>
            <a:pPr lvl="0"/>
            <a:r>
              <a:rPr lang="de-DE" dirty="0"/>
              <a:t>Anbinden an ein E-Mail-System</a:t>
            </a:r>
          </a:p>
          <a:p>
            <a:r>
              <a:rPr lang="de-DE" dirty="0"/>
              <a:t>Alle weiteren Systeme sind wiederum durch Plug-Ins installierbar, für die ein breiter Markt existiert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 für </a:t>
            </a:r>
            <a:r>
              <a:rPr lang="de-DE" dirty="0" err="1"/>
              <a:t>Outbound</a:t>
            </a:r>
            <a:r>
              <a:rPr lang="de-DE" dirty="0"/>
              <a:t> </a:t>
            </a:r>
            <a:r>
              <a:rPr lang="de-DE" dirty="0" err="1"/>
              <a:t>Connectors</a:t>
            </a:r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BCEF6DB-6555-801A-BF1A-C5558A09E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38353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„Ein Container ist eine (modifizierte) Laufzeitumgebung, die der darin laufenden Anwendung den Zugriff auf geschützte Ressourcen  unmöglich macht.“</a:t>
            </a:r>
          </a:p>
          <a:p>
            <a:pPr lvl="1"/>
            <a:r>
              <a:rPr lang="de-DE" dirty="0"/>
              <a:t>Unterschied zu Virtualisierung: Hier wird eine komplette Hardware durch eine „Virtuelle Maschine“ abstrahiert</a:t>
            </a:r>
          </a:p>
          <a:p>
            <a:r>
              <a:rPr lang="de-DE" dirty="0"/>
              <a:t>Docker-Container laufen direkt ohne weitere Emulation auf dem Linux-Kernel</a:t>
            </a:r>
          </a:p>
          <a:p>
            <a:pPr lvl="1"/>
            <a:r>
              <a:rPr lang="de-DE" dirty="0"/>
              <a:t>dabei werden etablierte Linux-Features wie </a:t>
            </a:r>
            <a:r>
              <a:rPr lang="de-DE" dirty="0" err="1"/>
              <a:t>namespaces</a:t>
            </a:r>
            <a:r>
              <a:rPr lang="de-DE" dirty="0"/>
              <a:t> und </a:t>
            </a:r>
            <a:r>
              <a:rPr lang="de-DE" dirty="0" err="1"/>
              <a:t>cgroups</a:t>
            </a:r>
            <a:r>
              <a:rPr lang="de-DE" dirty="0"/>
              <a:t> benutzt</a:t>
            </a:r>
          </a:p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 Container?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68D6D3-DEA2-AB9F-A56B-82DB5F019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08385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Container-Isolation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664804"/>
            <a:ext cx="84328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22AEB1-FA75-4EBC-50B3-6E31B17A8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79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00074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Docker Command Line</a:t>
            </a:r>
          </a:p>
          <a:p>
            <a:pPr lvl="1"/>
            <a:r>
              <a:rPr lang="de-DE"/>
              <a:t>Dieser Befehl wird vom Docker-Anwender direkt benutzt</a:t>
            </a:r>
          </a:p>
          <a:p>
            <a:r>
              <a:rPr lang="de-DE"/>
              <a:t>Docker Host</a:t>
            </a:r>
          </a:p>
          <a:p>
            <a:pPr lvl="1"/>
            <a:r>
              <a:rPr lang="de-DE"/>
              <a:t>Eine Maschine mit installierter Docker Umgebung</a:t>
            </a:r>
          </a:p>
          <a:p>
            <a:pPr lvl="2"/>
            <a:r>
              <a:rPr lang="de-DE"/>
              <a:t>Docker Dämon/Engine</a:t>
            </a:r>
          </a:p>
          <a:p>
            <a:pPr lvl="2"/>
            <a:r>
              <a:rPr lang="de-DE"/>
              <a:t>Lokale Registry</a:t>
            </a:r>
          </a:p>
          <a:p>
            <a:r>
              <a:rPr lang="de-DE"/>
              <a:t>Docker Dämon/Engine</a:t>
            </a:r>
          </a:p>
          <a:p>
            <a:pPr lvl="1"/>
            <a:r>
              <a:rPr lang="de-DE"/>
              <a:t>Über den Dämon werden die Docker-Container gestartet</a:t>
            </a:r>
          </a:p>
          <a:p>
            <a:pPr lvl="2"/>
            <a:r>
              <a:rPr lang="de-DE"/>
              <a:t>Technisch gesprochen sind  die Container Child-Prozesse des Dämons</a:t>
            </a:r>
          </a:p>
          <a:p>
            <a:r>
              <a:rPr lang="de-DE"/>
              <a:t>Remote Services</a:t>
            </a:r>
          </a:p>
          <a:p>
            <a:pPr lvl="1"/>
            <a:r>
              <a:rPr lang="de-DE"/>
              <a:t>Registries für Docker Images</a:t>
            </a:r>
          </a:p>
          <a:p>
            <a:pPr lvl="2"/>
            <a:r>
              <a:rPr lang="de-DE"/>
              <a:t>DockerHub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Bestandteile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797B9B-EFDA-8665-FD7F-2FF7BE4C2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92027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Microservices</a:t>
            </a:r>
            <a:endParaRPr lang="de-DE" dirty="0"/>
          </a:p>
          <a:p>
            <a:pPr lvl="1"/>
            <a:r>
              <a:rPr lang="de-DE" dirty="0"/>
              <a:t>Wohl-definiertes API</a:t>
            </a:r>
          </a:p>
          <a:p>
            <a:pPr lvl="2"/>
            <a:r>
              <a:rPr lang="de-DE" dirty="0"/>
              <a:t>hier nicht relevant</a:t>
            </a:r>
          </a:p>
          <a:p>
            <a:pPr lvl="1"/>
            <a:r>
              <a:rPr lang="de-DE" dirty="0"/>
              <a:t>Netzwerk</a:t>
            </a:r>
          </a:p>
          <a:p>
            <a:pPr lvl="1"/>
            <a:r>
              <a:rPr lang="de-DE" dirty="0"/>
              <a:t>Isolation der internen Implementierung</a:t>
            </a:r>
          </a:p>
          <a:p>
            <a:pPr lvl="1"/>
            <a:r>
              <a:rPr lang="de-DE" dirty="0"/>
              <a:t>Bereitstellung aller benötigten Ressourcen</a:t>
            </a:r>
          </a:p>
          <a:p>
            <a:pPr lvl="2"/>
            <a:r>
              <a:rPr lang="de-DE" dirty="0"/>
              <a:t>Interne Ressourcen wie Datenbanken</a:t>
            </a:r>
          </a:p>
          <a:p>
            <a:pPr lvl="2"/>
            <a:r>
              <a:rPr lang="de-DE" dirty="0" err="1"/>
              <a:t>Dependencies</a:t>
            </a:r>
            <a:r>
              <a:rPr lang="de-DE" dirty="0"/>
              <a:t> auf andere Services</a:t>
            </a:r>
          </a:p>
          <a:p>
            <a:r>
              <a:rPr lang="de-DE" dirty="0"/>
              <a:t>Docker passt!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Docker und (</a:t>
            </a:r>
            <a:r>
              <a:rPr lang="de-DE" dirty="0" err="1"/>
              <a:t>Micro</a:t>
            </a:r>
            <a:r>
              <a:rPr lang="de-DE" dirty="0"/>
              <a:t>)Services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F6B9FF-18FA-177D-1504-2E9865AF9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76810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Microservices</a:t>
            </a:r>
            <a:r>
              <a:rPr lang="de-DE" dirty="0"/>
              <a:t> mit Docker-Containern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991268"/>
            <a:ext cx="7923212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E0980F-3E6C-93DA-7B80-9661F740B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3618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Nach der Installation kann der erste Container gestartet werden (!)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run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docker_image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/>
            <a:r>
              <a:rPr lang="de-DE" dirty="0"/>
              <a:t>z.B.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run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hello-world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r>
              <a:rPr lang="de-DE" dirty="0"/>
              <a:t>Das </a:t>
            </a:r>
            <a:r>
              <a:rPr lang="de-DE" dirty="0" err="1"/>
              <a:t>wars</a:t>
            </a:r>
            <a:endParaRPr lang="de-DE" dirty="0"/>
          </a:p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Starten eines ersten Containers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E6C3AE-40B0-82A1-2177-E19BE8D05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30206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/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Unable to find image '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hello-world:latest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' locally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latest: Pulling from library/hello-world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535020c3e8ad: Pull complete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af340544ed62: Pull complete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Digest: sha256:a68868bfe696c00866942e8f5ca39e3e31b79c1e50feaee4ce5e28df2f051d5c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Status: Downloaded newer image for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hello-world:latest</a:t>
            </a:r>
            <a:endParaRPr lang="en-US" sz="1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Hello from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This message shows that your installation appears to be working correctly.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To generate this message,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took the following steps: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1. The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Engine CLI client contacted the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Engine daemon.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2. The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Engine daemon pulled the "hello-world" image from the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Hub.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3. The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Engine daemon created a new container from that image which runs the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   executable that produces the output you are currently reading.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4. The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Engine daemon streamed that output to the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Engine CLI client, which sent it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   to your terminal.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To try something more ambitious, you can run an Ubuntu container with: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$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run -it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ubuntu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bash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Share images, automate workflows, and more with a free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Hub account: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https://hub.docker.com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For more examples and ideas, visit: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https://docs.docker.com/userguide/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Ausgabe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EFCDCA-B2CD-1439-00E4-39BFB8B56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58618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Docker-Workflow: 1. und 2. Lauf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1479508"/>
            <a:ext cx="8280920" cy="28441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4329100"/>
            <a:ext cx="8314257" cy="15481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A658989-90B9-48B3-4E74-E3FFB2AFC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114186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Der Container wird gestartet </a:t>
            </a:r>
          </a:p>
          <a:p>
            <a:pPr lvl="1"/>
            <a:r>
              <a:rPr lang="de-DE" dirty="0"/>
              <a:t>Nochmal: Keine VM, sondern ein gekapselter Prozess auf dem Host-System</a:t>
            </a:r>
          </a:p>
          <a:p>
            <a:r>
              <a:rPr lang="de-DE" dirty="0"/>
              <a:t>Innerhalb des Containers werden Prozesse gestartet</a:t>
            </a:r>
          </a:p>
          <a:p>
            <a:pPr lvl="1"/>
            <a:r>
              <a:rPr lang="de-DE" dirty="0"/>
              <a:t>Diese werden sind der Definition des Images angegeben</a:t>
            </a:r>
          </a:p>
          <a:p>
            <a:r>
              <a:rPr lang="de-DE" dirty="0"/>
              <a:t>Der Container läuft, solange ein definierter Prozess läuft</a:t>
            </a:r>
          </a:p>
          <a:p>
            <a:pPr lvl="1"/>
            <a:r>
              <a:rPr lang="de-DE" dirty="0"/>
              <a:t>Anschließend wird der Container selbst beendet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Lebenszyklus des Containers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C0A0188-A2A7-9770-DD93-82D929B1B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84621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Docker im Gesamtbild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145" y="1844824"/>
            <a:ext cx="8442019" cy="32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AD1DB5C-AE3B-022C-77F3-7C48AB232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12002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Stellt eine Read-</a:t>
            </a:r>
            <a:r>
              <a:rPr lang="de-DE" dirty="0" err="1"/>
              <a:t>Only</a:t>
            </a:r>
            <a:r>
              <a:rPr lang="de-DE" dirty="0"/>
              <a:t>-Umgebung zur Verfügung</a:t>
            </a:r>
          </a:p>
          <a:p>
            <a:pPr lvl="1"/>
            <a:r>
              <a:rPr lang="de-DE" dirty="0"/>
              <a:t>Analogie OOP: Eine Klassen-Definition</a:t>
            </a:r>
          </a:p>
          <a:p>
            <a:r>
              <a:rPr lang="de-DE" dirty="0"/>
              <a:t>Im Gegensatz zu </a:t>
            </a:r>
            <a:r>
              <a:rPr lang="de-DE" dirty="0" err="1"/>
              <a:t>VMWare</a:t>
            </a:r>
            <a:r>
              <a:rPr lang="de-DE" dirty="0"/>
              <a:t>-Images aus </a:t>
            </a:r>
            <a:r>
              <a:rPr lang="de-DE" dirty="0" err="1"/>
              <a:t>Layern</a:t>
            </a:r>
            <a:r>
              <a:rPr lang="de-DE" dirty="0"/>
              <a:t> aufgebaut</a:t>
            </a:r>
          </a:p>
          <a:p>
            <a:pPr lvl="1"/>
            <a:r>
              <a:rPr lang="de-DE" dirty="0"/>
              <a:t>Vererbung und Assoziation</a:t>
            </a:r>
          </a:p>
          <a:p>
            <a:r>
              <a:rPr lang="de-DE" dirty="0"/>
              <a:t>Durch die </a:t>
            </a:r>
            <a:r>
              <a:rPr lang="de-DE" dirty="0" err="1"/>
              <a:t>Layerung</a:t>
            </a:r>
            <a:r>
              <a:rPr lang="de-DE" dirty="0"/>
              <a:t> sind einzelne Images deshalb relativ schlank</a:t>
            </a:r>
          </a:p>
          <a:p>
            <a:r>
              <a:rPr lang="de-DE" dirty="0"/>
              <a:t>Images und </a:t>
            </a:r>
            <a:r>
              <a:rPr lang="de-DE" dirty="0" err="1"/>
              <a:t>Layers</a:t>
            </a:r>
            <a:r>
              <a:rPr lang="de-DE" dirty="0"/>
              <a:t> werden in </a:t>
            </a:r>
            <a:r>
              <a:rPr lang="de-DE" dirty="0" err="1"/>
              <a:t>Repositories</a:t>
            </a:r>
            <a:r>
              <a:rPr lang="de-DE" dirty="0"/>
              <a:t> verwaltet</a:t>
            </a:r>
          </a:p>
          <a:p>
            <a:pPr lvl="1"/>
            <a:r>
              <a:rPr lang="de-DE" dirty="0"/>
              <a:t>Inklusive Meta-Informationen</a:t>
            </a:r>
          </a:p>
          <a:p>
            <a:pPr lvl="2"/>
            <a:r>
              <a:rPr lang="de-DE" dirty="0" err="1"/>
              <a:t>Versionierung</a:t>
            </a:r>
            <a:r>
              <a:rPr lang="de-DE" dirty="0"/>
              <a:t>!</a:t>
            </a:r>
          </a:p>
          <a:p>
            <a:pPr lvl="1"/>
            <a:r>
              <a:rPr lang="de-DE" dirty="0"/>
              <a:t>Die Docker-Client-Installation verwaltet ein lokales Repository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Images und </a:t>
            </a:r>
            <a:r>
              <a:rPr lang="de-DE" dirty="0" err="1"/>
              <a:t>Layers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895C5F-3F19-3288-D9AD-88EB57D03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255668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6093" y="700958"/>
            <a:ext cx="10393179" cy="538710"/>
          </a:xfrm>
        </p:spPr>
        <p:txBody>
          <a:bodyPr/>
          <a:lstStyle/>
          <a:p>
            <a:r>
              <a:rPr lang="de-DE" dirty="0"/>
              <a:t>Beispiel: Ein Java-Image </a:t>
            </a:r>
            <a:r>
              <a:rPr lang="de-DE" sz="2400" dirty="0"/>
              <a:t>(https://microbadger.com/images/java)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23692" y="1239668"/>
            <a:ext cx="5337175" cy="509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73D72C-6FBA-E444-A593-E09D6E5B3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89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75152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Eine Instanz eines Images</a:t>
            </a:r>
          </a:p>
          <a:p>
            <a:pPr lvl="1"/>
            <a:r>
              <a:rPr lang="de-DE" dirty="0"/>
              <a:t>Analogie zu OOP: Ein Objekt</a:t>
            </a:r>
          </a:p>
          <a:p>
            <a:pPr lvl="1"/>
            <a:r>
              <a:rPr lang="de-DE" dirty="0"/>
              <a:t>Identifikation über einen Namen bzw. über einen technischen Schlüssel</a:t>
            </a:r>
          </a:p>
          <a:p>
            <a:pPr lvl="2"/>
            <a:r>
              <a:rPr lang="de-DE" dirty="0"/>
              <a:t>Ein Hash</a:t>
            </a:r>
          </a:p>
          <a:p>
            <a:r>
              <a:rPr lang="de-DE" dirty="0"/>
              <a:t>Ein Container hat einen Lebenszyklus</a:t>
            </a:r>
          </a:p>
          <a:p>
            <a:pPr lvl="1"/>
            <a:r>
              <a:rPr lang="de-DE" dirty="0"/>
              <a:t>Gesteuert über Docker-Kommandos</a:t>
            </a:r>
          </a:p>
          <a:p>
            <a:pPr lvl="2"/>
            <a:r>
              <a:rPr lang="de-DE" dirty="0" err="1">
                <a:latin typeface="Courier New" pitchFamily="49" charset="0"/>
                <a:cs typeface="Courier New" pitchFamily="49" charset="0"/>
              </a:rPr>
              <a:t>create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de-DE" dirty="0" err="1">
                <a:latin typeface="Courier New" pitchFamily="49" charset="0"/>
                <a:cs typeface="Courier New" pitchFamily="49" charset="0"/>
              </a:rPr>
              <a:t>run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de-DE" dirty="0" err="1">
                <a:latin typeface="Courier New" pitchFamily="49" charset="0"/>
                <a:cs typeface="Courier New" pitchFamily="49" charset="0"/>
              </a:rPr>
              <a:t>start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de-DE" dirty="0" err="1">
                <a:latin typeface="Courier New" pitchFamily="49" charset="0"/>
                <a:cs typeface="Courier New" pitchFamily="49" charset="0"/>
              </a:rPr>
              <a:t>stop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de-DE" dirty="0" err="1">
                <a:latin typeface="Courier New" pitchFamily="49" charset="0"/>
                <a:cs typeface="Courier New" pitchFamily="49" charset="0"/>
              </a:rPr>
              <a:t>delete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r>
              <a:rPr lang="de-DE" dirty="0"/>
              <a:t>Im Gegensatz zu Images können Container einen Zustand aufweisen</a:t>
            </a:r>
          </a:p>
          <a:p>
            <a:pPr lvl="1"/>
            <a:r>
              <a:rPr lang="de-DE" dirty="0"/>
              <a:t>Container-Environment</a:t>
            </a:r>
          </a:p>
          <a:p>
            <a:pPr lvl="1"/>
            <a:r>
              <a:rPr lang="de-DE" dirty="0"/>
              <a:t>Interne Ressourcen</a:t>
            </a:r>
          </a:p>
          <a:p>
            <a:pPr lvl="2"/>
            <a:r>
              <a:rPr lang="de-DE" dirty="0"/>
              <a:t>Dateisystem des Containers</a:t>
            </a:r>
          </a:p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Container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66C31E-8966-C64A-0A22-6C1C381A9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90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0321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Container sind komplett gekapselt</a:t>
            </a:r>
          </a:p>
          <a:p>
            <a:pPr lvl="1"/>
            <a:r>
              <a:rPr lang="de-DE" dirty="0"/>
              <a:t>Interaktion nur über Docker-Kommandos</a:t>
            </a:r>
          </a:p>
          <a:p>
            <a:pPr lvl="2"/>
            <a:r>
              <a:rPr lang="de-DE" dirty="0"/>
              <a:t>Auslesen des Docker-Logs</a:t>
            </a:r>
          </a:p>
          <a:p>
            <a:pPr lvl="2"/>
            <a:r>
              <a:rPr lang="de-DE" dirty="0" err="1"/>
              <a:t>Inspect</a:t>
            </a:r>
            <a:endParaRPr lang="de-DE" dirty="0"/>
          </a:p>
          <a:p>
            <a:pPr lvl="2"/>
            <a:r>
              <a:rPr lang="de-DE" dirty="0"/>
              <a:t>Ausführen einer Shell im Container</a:t>
            </a:r>
          </a:p>
          <a:p>
            <a:r>
              <a:rPr lang="de-DE" dirty="0"/>
              <a:t>Benutzung externer </a:t>
            </a:r>
            <a:r>
              <a:rPr lang="de-DE" dirty="0" err="1"/>
              <a:t>Volumes</a:t>
            </a:r>
            <a:endParaRPr lang="de-DE" dirty="0"/>
          </a:p>
          <a:p>
            <a:pPr lvl="1"/>
            <a:r>
              <a:rPr lang="de-DE" dirty="0"/>
              <a:t>Ein Teil des Dateisystems des Containers vom Host zur Verfügung gestellt</a:t>
            </a:r>
          </a:p>
          <a:p>
            <a:r>
              <a:rPr lang="de-DE" dirty="0"/>
              <a:t>Netzwerk-Kommunikation</a:t>
            </a:r>
          </a:p>
          <a:p>
            <a:pPr lvl="1"/>
            <a:r>
              <a:rPr lang="de-DE" dirty="0"/>
              <a:t>Container können Netzwerk-Sockets bereit stellen</a:t>
            </a:r>
          </a:p>
          <a:p>
            <a:pPr lvl="1"/>
            <a:r>
              <a:rPr lang="de-DE" dirty="0"/>
              <a:t>Diese werden auf reale Sockets des Hosts </a:t>
            </a:r>
            <a:r>
              <a:rPr lang="de-DE" dirty="0" err="1"/>
              <a:t>gemapped</a:t>
            </a:r>
            <a:endParaRPr lang="de-DE" dirty="0"/>
          </a:p>
          <a:p>
            <a:r>
              <a:rPr lang="de-DE" dirty="0"/>
              <a:t>Container-Linking</a:t>
            </a:r>
          </a:p>
          <a:p>
            <a:pPr lvl="1"/>
            <a:r>
              <a:rPr lang="de-DE" dirty="0"/>
              <a:t>Direkte Kommunikation der Container untereinander</a:t>
            </a:r>
          </a:p>
          <a:p>
            <a:pPr lvl="1"/>
            <a:r>
              <a:rPr lang="de-DE" dirty="0"/>
              <a:t>Verschiedene Abstufungen</a:t>
            </a:r>
          </a:p>
          <a:p>
            <a:pPr lvl="2"/>
            <a:r>
              <a:rPr lang="de-DE" dirty="0"/>
              <a:t>Gemeinsames Netzwerk</a:t>
            </a:r>
          </a:p>
          <a:p>
            <a:pPr lvl="2"/>
            <a:r>
              <a:rPr lang="de-DE" dirty="0"/>
              <a:t>Gemeinsames File-Layer</a:t>
            </a:r>
          </a:p>
          <a:p>
            <a:pPr lvl="2"/>
            <a:r>
              <a:rPr lang="de-DE" dirty="0" err="1"/>
              <a:t>Shared</a:t>
            </a:r>
            <a:r>
              <a:rPr lang="de-DE" dirty="0"/>
              <a:t> Memory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Inter-Container-Kommunikation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CD5CC2-E9D4-0ADA-9DD3-B4C4FE3A8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91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62588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hlinkClick r:id="rId2"/>
              </a:rPr>
              <a:t>https://docs.docker.com/engine/reference/commandline/docker/#/</a:t>
            </a:r>
            <a:br>
              <a:rPr lang="de-DE" dirty="0">
                <a:hlinkClick r:id="rId2"/>
              </a:rPr>
            </a:br>
            <a:r>
              <a:rPr lang="de-DE" dirty="0" err="1">
                <a:hlinkClick r:id="rId2"/>
              </a:rPr>
              <a:t>related-commands</a:t>
            </a:r>
            <a:endParaRPr lang="de-DE" dirty="0"/>
          </a:p>
          <a:p>
            <a:r>
              <a:rPr lang="de-DE" altLang="zh-CN" dirty="0"/>
              <a:t>Elementare Befehle</a:t>
            </a:r>
          </a:p>
          <a:p>
            <a:pPr lvl="1"/>
            <a:r>
              <a:rPr lang="de-DE" altLang="zh-CN" dirty="0"/>
              <a:t>Container anlegen</a:t>
            </a:r>
            <a:endParaRPr lang="zh-CN" altLang="de-DE" dirty="0"/>
          </a:p>
          <a:p>
            <a:pPr lvl="2"/>
            <a:r>
              <a:rPr lang="de-DE" altLang="zh-CN" dirty="0">
                <a:latin typeface="Courier New" pitchFamily="49" charset="0"/>
                <a:cs typeface="Courier New" pitchFamily="49" charset="0"/>
              </a:rPr>
              <a:t>sudo docker create &lt;&lt;Image-Name&gt;&gt;:&lt;&lt;Versionsnummer&gt;&gt;</a:t>
            </a:r>
            <a:endParaRPr lang="zh-CN" alt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altLang="zh-CN" dirty="0"/>
              <a:t>Container löschen</a:t>
            </a:r>
            <a:endParaRPr lang="zh-CN" altLang="de-DE" dirty="0"/>
          </a:p>
          <a:p>
            <a:pPr lvl="2"/>
            <a:r>
              <a:rPr lang="de-DE" altLang="zh-CN" dirty="0">
                <a:latin typeface="Courier New" pitchFamily="49" charset="0"/>
                <a:cs typeface="Courier New" pitchFamily="49" charset="0"/>
              </a:rPr>
              <a:t>sudo docker rm &lt;&lt;containerId&gt;&gt;</a:t>
            </a:r>
            <a:endParaRPr lang="zh-CN" alt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altLang="zh-CN" dirty="0"/>
              <a:t>Docker-Container automatisch nach Ausführung löschen</a:t>
            </a:r>
            <a:endParaRPr lang="zh-CN" altLang="de-DE" dirty="0"/>
          </a:p>
          <a:p>
            <a:pPr lvl="2"/>
            <a:r>
              <a:rPr lang="de-DE" altLang="zh-CN" dirty="0" err="1">
                <a:latin typeface="Courier New" pitchFamily="49" charset="0"/>
                <a:cs typeface="Courier New" pitchFamily="49" charset="0"/>
              </a:rPr>
              <a:t>sudo</a:t>
            </a:r>
            <a:r>
              <a:rPr lang="de-DE" altLang="zh-CN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altLang="zh-CN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de-DE" altLang="zh-CN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altLang="zh-CN" dirty="0" err="1">
                <a:latin typeface="Courier New" pitchFamily="49" charset="0"/>
                <a:cs typeface="Courier New" pitchFamily="49" charset="0"/>
              </a:rPr>
              <a:t>run</a:t>
            </a:r>
            <a:r>
              <a:rPr lang="de-DE" altLang="zh-CN" dirty="0">
                <a:latin typeface="Courier New" pitchFamily="49" charset="0"/>
                <a:cs typeface="Courier New" pitchFamily="49" charset="0"/>
              </a:rPr>
              <a:t> –</a:t>
            </a:r>
            <a:r>
              <a:rPr lang="de-DE" altLang="zh-CN" dirty="0" err="1">
                <a:latin typeface="Courier New" pitchFamily="49" charset="0"/>
                <a:cs typeface="Courier New" pitchFamily="49" charset="0"/>
              </a:rPr>
              <a:t>rm</a:t>
            </a:r>
            <a:r>
              <a:rPr lang="de-DE" altLang="zh-CN" dirty="0">
                <a:latin typeface="Courier New" pitchFamily="49" charset="0"/>
                <a:cs typeface="Courier New" pitchFamily="49" charset="0"/>
              </a:rPr>
              <a:t> &lt;&lt;Image-Name&gt;&gt;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altLang="zh-CN" dirty="0"/>
              <a:t>Alle Container anzeigen lassen</a:t>
            </a:r>
            <a:endParaRPr lang="zh-CN" altLang="de-DE" dirty="0"/>
          </a:p>
          <a:p>
            <a:pPr lvl="2"/>
            <a:r>
              <a:rPr lang="de-DE" altLang="zh-CN" dirty="0">
                <a:latin typeface="Courier New" pitchFamily="49" charset="0"/>
                <a:cs typeface="Courier New" pitchFamily="49" charset="0"/>
              </a:rPr>
              <a:t>sudo docker ps -a</a:t>
            </a:r>
            <a:endParaRPr lang="zh-CN" alt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altLang="zh-CN" dirty="0"/>
              <a:t>Container starten</a:t>
            </a:r>
            <a:endParaRPr lang="zh-CN" altLang="de-DE" dirty="0"/>
          </a:p>
          <a:p>
            <a:pPr lvl="2"/>
            <a:r>
              <a:rPr lang="de-DE" altLang="zh-CN" dirty="0">
                <a:latin typeface="Courier New" pitchFamily="49" charset="0"/>
                <a:cs typeface="Courier New" pitchFamily="49" charset="0"/>
              </a:rPr>
              <a:t>sudo docker start &lt;&lt;containerId&gt;&gt;</a:t>
            </a:r>
            <a:endParaRPr lang="zh-CN" alt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altLang="zh-CN" dirty="0"/>
              <a:t>Container anlegen, starten und assoziiert eigene Ausgabe-Konsole (nicht in der Terminal-Session, in der gearbeitet wird)</a:t>
            </a:r>
            <a:endParaRPr lang="zh-CN" altLang="de-DE" dirty="0"/>
          </a:p>
          <a:p>
            <a:pPr lvl="2"/>
            <a:r>
              <a:rPr lang="de-DE" altLang="zh-CN" dirty="0">
                <a:latin typeface="Courier New" pitchFamily="49" charset="0"/>
                <a:cs typeface="Courier New" pitchFamily="49" charset="0"/>
              </a:rPr>
              <a:t>sudo docker run --detach &lt;&lt;Image-Name&gt;&gt;</a:t>
            </a:r>
            <a:endParaRPr lang="zh-CN" alt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altLang="zh-CN" dirty="0"/>
              <a:t>Images anzeigen lassen</a:t>
            </a:r>
            <a:endParaRPr lang="zh-CN" altLang="de-DE" dirty="0"/>
          </a:p>
          <a:p>
            <a:pPr lvl="2"/>
            <a:r>
              <a:rPr lang="de-DE" altLang="zh-CN" dirty="0">
                <a:latin typeface="Courier New" pitchFamily="49" charset="0"/>
                <a:cs typeface="Courier New" pitchFamily="49" charset="0"/>
              </a:rPr>
              <a:t>sudo </a:t>
            </a:r>
            <a:r>
              <a:rPr lang="de-DE" altLang="zh-CN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de-DE" altLang="zh-CN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altLang="zh-CN" dirty="0" err="1">
                <a:latin typeface="Courier New" pitchFamily="49" charset="0"/>
                <a:cs typeface="Courier New" pitchFamily="49" charset="0"/>
              </a:rPr>
              <a:t>images</a:t>
            </a:r>
            <a:endParaRPr lang="zh-CN" altLang="de-DE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Kommandoreferenz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2D9F1E-2C95-9393-828C-88469A5B6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92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031182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Anlegen eines leeren Verzeichnisses</a:t>
            </a:r>
          </a:p>
          <a:p>
            <a:pPr lvl="1"/>
            <a:r>
              <a:rPr lang="de-DE" dirty="0"/>
              <a:t>Alle Verzeichnisse und Unterverzeichnisse werden Bestandteil des Images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excludes</a:t>
            </a:r>
            <a:r>
              <a:rPr lang="de-DE" dirty="0"/>
              <a:t> in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dockerignore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r>
              <a:rPr lang="de-DE" dirty="0"/>
              <a:t>Erstellen eines Docker-Files</a:t>
            </a:r>
          </a:p>
          <a:p>
            <a:pPr lvl="1"/>
            <a:r>
              <a:rPr lang="de-DE" dirty="0"/>
              <a:t>Bestehend aus Kommandos</a:t>
            </a:r>
          </a:p>
          <a:p>
            <a:pPr lvl="2"/>
            <a:r>
              <a:rPr lang="de-DE" dirty="0">
                <a:latin typeface="Courier New" pitchFamily="49" charset="0"/>
                <a:cs typeface="Courier New" pitchFamily="49" charset="0"/>
              </a:rPr>
              <a:t>FROM</a:t>
            </a:r>
          </a:p>
          <a:p>
            <a:pPr lvl="2"/>
            <a:r>
              <a:rPr lang="de-DE" dirty="0">
                <a:latin typeface="Courier New" pitchFamily="49" charset="0"/>
                <a:cs typeface="Courier New" pitchFamily="49" charset="0"/>
              </a:rPr>
              <a:t>COPY</a:t>
            </a:r>
          </a:p>
          <a:p>
            <a:pPr lvl="2"/>
            <a:r>
              <a:rPr lang="de-DE" dirty="0">
                <a:latin typeface="Courier New" pitchFamily="49" charset="0"/>
                <a:cs typeface="Courier New" pitchFamily="49" charset="0"/>
              </a:rPr>
              <a:t>ENV</a:t>
            </a:r>
          </a:p>
          <a:p>
            <a:pPr lvl="2"/>
            <a:r>
              <a:rPr lang="de-DE" dirty="0">
                <a:latin typeface="Courier New" pitchFamily="49" charset="0"/>
                <a:cs typeface="Courier New" pitchFamily="49" charset="0"/>
              </a:rPr>
              <a:t>RUN</a:t>
            </a:r>
          </a:p>
          <a:p>
            <a:pPr lvl="2"/>
            <a:r>
              <a:rPr lang="de-DE" dirty="0">
                <a:latin typeface="Courier New" pitchFamily="49" charset="0"/>
                <a:cs typeface="Courier New" pitchFamily="49" charset="0"/>
              </a:rPr>
              <a:t>EXPOSE</a:t>
            </a:r>
          </a:p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Workflow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F38B9E-55B2-5E50-1D12-68D857AB2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93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76532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Das </a:t>
            </a:r>
            <a:r>
              <a:rPr lang="de-DE" dirty="0" err="1"/>
              <a:t>Dockerfile</a:t>
            </a:r>
            <a:r>
              <a:rPr lang="de-DE" dirty="0"/>
              <a:t> selbst ist ein simples Text-Dokument</a:t>
            </a:r>
          </a:p>
          <a:p>
            <a:pPr lvl="1"/>
            <a:r>
              <a:rPr lang="de-DE" dirty="0"/>
              <a:t>Referenz unter https://docs.docker.com/engine/reference/builder/</a:t>
            </a:r>
          </a:p>
          <a:p>
            <a:pPr lvl="1"/>
            <a:r>
              <a:rPr lang="de-DE" dirty="0"/>
              <a:t>Beispiel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FROM openjdk</a:t>
            </a:r>
          </a:p>
          <a:p>
            <a:pPr marL="539750" lvl="2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CMD ["java", "-version"]</a:t>
            </a:r>
          </a:p>
          <a:p>
            <a:r>
              <a:rPr lang="de-DE" dirty="0"/>
              <a:t>Erzeugen des Images</a:t>
            </a:r>
          </a:p>
          <a:p>
            <a:pPr lvl="1"/>
            <a:r>
              <a:rPr lang="de-DE" altLang="zh-CN" dirty="0" err="1">
                <a:latin typeface="Courier New" pitchFamily="49" charset="0"/>
                <a:cs typeface="Courier New" pitchFamily="49" charset="0"/>
              </a:rPr>
              <a:t>docker</a:t>
            </a:r>
            <a:r>
              <a:rPr lang="de-DE" altLang="zh-CN" dirty="0">
                <a:latin typeface="Courier New" pitchFamily="49" charset="0"/>
                <a:cs typeface="Courier New" pitchFamily="49" charset="0"/>
              </a:rPr>
              <a:t> build -tag &lt;</a:t>
            </a:r>
            <a:r>
              <a:rPr lang="de-DE" altLang="zh-CN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de-DE" altLang="zh-CN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zh-CN" altLang="de-DE" dirty="0">
                <a:latin typeface="Courier New" pitchFamily="49" charset="0"/>
                <a:cs typeface="Courier New" pitchFamily="49" charset="0"/>
              </a:rPr>
              <a:t> 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Dockerfile</a:t>
            </a:r>
            <a:r>
              <a:rPr lang="de-DE" dirty="0"/>
              <a:t> für eine Java-Umgebung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57E61D-52F2-C25B-A60E-509C3FCB5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94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91093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Dockerfile Referenz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02255" y="1511170"/>
            <a:ext cx="8496300" cy="4662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BC955F-5D55-C42D-66DE-676F096D4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95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70377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Gekapselte Services mit Docker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1.0.1225 © Rainer Sawitzki Javacream für Cegos Integrata GmbH . Seminar 33125</a:t>
            </a:r>
            <a:endParaRPr lang="de-DE"/>
          </a:p>
        </p:txBody>
      </p:sp>
      <p:grpSp>
        <p:nvGrpSpPr>
          <p:cNvPr id="13" name="Gruppieren 12"/>
          <p:cNvGrpSpPr/>
          <p:nvPr/>
        </p:nvGrpSpPr>
        <p:grpSpPr>
          <a:xfrm>
            <a:off x="1775520" y="1601797"/>
            <a:ext cx="9144000" cy="3654406"/>
            <a:chOff x="-18002" y="1016732"/>
            <a:chExt cx="9144000" cy="3654406"/>
          </a:xfrm>
        </p:grpSpPr>
        <p:sp>
          <p:nvSpPr>
            <p:cNvPr id="9" name="Rechteck 8"/>
            <p:cNvSpPr/>
            <p:nvPr/>
          </p:nvSpPr>
          <p:spPr>
            <a:xfrm>
              <a:off x="-18002" y="1016732"/>
              <a:ext cx="9144000" cy="365440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</a:rPr>
                <a:t>Linux</a:t>
              </a:r>
            </a:p>
          </p:txBody>
        </p:sp>
        <p:grpSp>
          <p:nvGrpSpPr>
            <p:cNvPr id="24" name="Gruppieren 23"/>
            <p:cNvGrpSpPr/>
            <p:nvPr/>
          </p:nvGrpSpPr>
          <p:grpSpPr>
            <a:xfrm>
              <a:off x="143508" y="1294369"/>
              <a:ext cx="8903891" cy="2746699"/>
              <a:chOff x="143508" y="1294369"/>
              <a:chExt cx="8903891" cy="2746699"/>
            </a:xfrm>
          </p:grpSpPr>
          <p:sp>
            <p:nvSpPr>
              <p:cNvPr id="25" name="Rechteck 24"/>
              <p:cNvSpPr/>
              <p:nvPr/>
            </p:nvSpPr>
            <p:spPr>
              <a:xfrm>
                <a:off x="143508" y="1664804"/>
                <a:ext cx="2772308" cy="237626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/>
              <a:p>
                <a:r>
                  <a:rPr lang="de-DE" dirty="0">
                    <a:solidFill>
                      <a:schemeClr val="tx1"/>
                    </a:solidFill>
                  </a:rPr>
                  <a:t>Docker-Container</a:t>
                </a:r>
              </a:p>
            </p:txBody>
          </p:sp>
          <p:sp>
            <p:nvSpPr>
              <p:cNvPr id="32" name="Rechteck 31"/>
              <p:cNvSpPr/>
              <p:nvPr/>
            </p:nvSpPr>
            <p:spPr>
              <a:xfrm>
                <a:off x="323528" y="2042846"/>
                <a:ext cx="2340260" cy="5760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Prozess-Logik</a:t>
                </a:r>
              </a:p>
            </p:txBody>
          </p:sp>
          <p:sp>
            <p:nvSpPr>
              <p:cNvPr id="33" name="Flussdiagramm: Magnetplattenspeicher 32"/>
              <p:cNvSpPr/>
              <p:nvPr/>
            </p:nvSpPr>
            <p:spPr>
              <a:xfrm>
                <a:off x="1601670" y="2690918"/>
                <a:ext cx="1242138" cy="936104"/>
              </a:xfrm>
              <a:prstGeom prst="flowChartMagneticDisk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DB</a:t>
                </a:r>
              </a:p>
            </p:txBody>
          </p:sp>
          <p:sp>
            <p:nvSpPr>
              <p:cNvPr id="34" name="Flussdiagramm: Magnetplattenspeicher 33"/>
              <p:cNvSpPr/>
              <p:nvPr/>
            </p:nvSpPr>
            <p:spPr>
              <a:xfrm>
                <a:off x="251520" y="2690918"/>
                <a:ext cx="1206134" cy="936104"/>
              </a:xfrm>
              <a:prstGeom prst="flowChartMagneticDisk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File</a:t>
                </a:r>
              </a:p>
            </p:txBody>
          </p:sp>
          <p:sp>
            <p:nvSpPr>
              <p:cNvPr id="35" name="Legende mit Pfeil nach links und rechts 34"/>
              <p:cNvSpPr/>
              <p:nvPr/>
            </p:nvSpPr>
            <p:spPr>
              <a:xfrm rot="5400000">
                <a:off x="1151620" y="290212"/>
                <a:ext cx="756084" cy="2772308"/>
              </a:xfrm>
              <a:prstGeom prst="leftRightArrowCallout">
                <a:avLst/>
              </a:prstGeom>
              <a:gradFill flip="none" rotWithShape="1">
                <a:gsLst>
                  <a:gs pos="0">
                    <a:srgbClr val="00B0F0">
                      <a:tint val="66000"/>
                      <a:satMod val="160000"/>
                    </a:srgbClr>
                  </a:gs>
                  <a:gs pos="50000">
                    <a:srgbClr val="00B0F0">
                      <a:tint val="44500"/>
                      <a:satMod val="160000"/>
                    </a:srgbClr>
                  </a:gs>
                  <a:gs pos="100000">
                    <a:srgbClr val="00B0F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API</a:t>
                </a:r>
              </a:p>
            </p:txBody>
          </p:sp>
          <p:sp>
            <p:nvSpPr>
              <p:cNvPr id="36" name="Rechteck 35"/>
              <p:cNvSpPr/>
              <p:nvPr/>
            </p:nvSpPr>
            <p:spPr>
              <a:xfrm>
                <a:off x="3203848" y="1646802"/>
                <a:ext cx="2772308" cy="237626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de-DE" dirty="0">
                    <a:solidFill>
                      <a:schemeClr val="tx1"/>
                    </a:solidFill>
                  </a:rPr>
                  <a:t>Docker-Container</a:t>
                </a:r>
              </a:p>
            </p:txBody>
          </p:sp>
          <p:sp>
            <p:nvSpPr>
              <p:cNvPr id="37" name="Rechteck 36"/>
              <p:cNvSpPr/>
              <p:nvPr/>
            </p:nvSpPr>
            <p:spPr>
              <a:xfrm>
                <a:off x="3383868" y="2036507"/>
                <a:ext cx="2340260" cy="5760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Prozess-Logik</a:t>
                </a:r>
              </a:p>
            </p:txBody>
          </p:sp>
          <p:sp>
            <p:nvSpPr>
              <p:cNvPr id="38" name="Flussdiagramm: Magnetplattenspeicher 37"/>
              <p:cNvSpPr/>
              <p:nvPr/>
            </p:nvSpPr>
            <p:spPr>
              <a:xfrm>
                <a:off x="4716016" y="2684579"/>
                <a:ext cx="1188132" cy="936104"/>
              </a:xfrm>
              <a:prstGeom prst="flowChartMagneticDisk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 err="1">
                    <a:solidFill>
                      <a:schemeClr val="tx1"/>
                    </a:solidFill>
                  </a:rPr>
                  <a:t>NoSQL</a:t>
                </a:r>
                <a:endParaRPr lang="de-D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Flussdiagramm: Magnetplattenspeicher 38"/>
              <p:cNvSpPr/>
              <p:nvPr/>
            </p:nvSpPr>
            <p:spPr>
              <a:xfrm>
                <a:off x="3311860" y="2684579"/>
                <a:ext cx="1206134" cy="936104"/>
              </a:xfrm>
              <a:prstGeom prst="flowChartMagneticDisk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File</a:t>
                </a:r>
              </a:p>
            </p:txBody>
          </p:sp>
          <p:sp>
            <p:nvSpPr>
              <p:cNvPr id="40" name="Legende mit Pfeil nach links und rechts 39"/>
              <p:cNvSpPr/>
              <p:nvPr/>
            </p:nvSpPr>
            <p:spPr>
              <a:xfrm rot="5400000">
                <a:off x="4211960" y="290212"/>
                <a:ext cx="756084" cy="2772308"/>
              </a:xfrm>
              <a:prstGeom prst="leftRightArrowCallout">
                <a:avLst/>
              </a:prstGeom>
              <a:gradFill flip="none" rotWithShape="1">
                <a:gsLst>
                  <a:gs pos="0">
                    <a:srgbClr val="00B0F0">
                      <a:tint val="66000"/>
                      <a:satMod val="160000"/>
                    </a:srgbClr>
                  </a:gs>
                  <a:gs pos="50000">
                    <a:srgbClr val="00B0F0">
                      <a:tint val="44500"/>
                      <a:satMod val="160000"/>
                    </a:srgbClr>
                  </a:gs>
                  <a:gs pos="100000">
                    <a:srgbClr val="00B0F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API</a:t>
                </a:r>
              </a:p>
            </p:txBody>
          </p:sp>
          <p:sp>
            <p:nvSpPr>
              <p:cNvPr id="41" name="Rechteck 40"/>
              <p:cNvSpPr/>
              <p:nvPr/>
            </p:nvSpPr>
            <p:spPr>
              <a:xfrm>
                <a:off x="6264188" y="1646802"/>
                <a:ext cx="2772308" cy="237626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de-DE" dirty="0">
                    <a:solidFill>
                      <a:schemeClr val="tx1"/>
                    </a:solidFill>
                  </a:rPr>
                  <a:t>Docker-Container</a:t>
                </a:r>
              </a:p>
            </p:txBody>
          </p:sp>
          <p:sp>
            <p:nvSpPr>
              <p:cNvPr id="42" name="Rechteck 41"/>
              <p:cNvSpPr/>
              <p:nvPr/>
            </p:nvSpPr>
            <p:spPr>
              <a:xfrm>
                <a:off x="6444208" y="2042846"/>
                <a:ext cx="2340260" cy="5760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Prozess-Logik</a:t>
                </a:r>
              </a:p>
            </p:txBody>
          </p:sp>
          <p:sp>
            <p:nvSpPr>
              <p:cNvPr id="43" name="Flussdiagramm: Magnetplattenspeicher 42"/>
              <p:cNvSpPr/>
              <p:nvPr/>
            </p:nvSpPr>
            <p:spPr>
              <a:xfrm>
                <a:off x="7704348" y="2690918"/>
                <a:ext cx="1260140" cy="936104"/>
              </a:xfrm>
              <a:prstGeom prst="flowChartMagneticDisk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Search</a:t>
                </a:r>
              </a:p>
            </p:txBody>
          </p:sp>
          <p:sp>
            <p:nvSpPr>
              <p:cNvPr id="44" name="Flussdiagramm: Magnetplattenspeicher 43"/>
              <p:cNvSpPr/>
              <p:nvPr/>
            </p:nvSpPr>
            <p:spPr>
              <a:xfrm>
                <a:off x="6372200" y="2690918"/>
                <a:ext cx="1206134" cy="936104"/>
              </a:xfrm>
              <a:prstGeom prst="flowChartMagneticDisk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CMS</a:t>
                </a:r>
              </a:p>
            </p:txBody>
          </p:sp>
          <p:sp>
            <p:nvSpPr>
              <p:cNvPr id="45" name="Legende mit Pfeil nach links und rechts 44"/>
              <p:cNvSpPr/>
              <p:nvPr/>
            </p:nvSpPr>
            <p:spPr>
              <a:xfrm rot="5400000">
                <a:off x="7283203" y="286257"/>
                <a:ext cx="756084" cy="2772308"/>
              </a:xfrm>
              <a:prstGeom prst="leftRightArrowCallout">
                <a:avLst/>
              </a:prstGeom>
              <a:gradFill flip="none" rotWithShape="1">
                <a:gsLst>
                  <a:gs pos="0">
                    <a:srgbClr val="00B0F0">
                      <a:tint val="66000"/>
                      <a:satMod val="160000"/>
                    </a:srgbClr>
                  </a:gs>
                  <a:gs pos="50000">
                    <a:srgbClr val="00B0F0">
                      <a:tint val="44500"/>
                      <a:satMod val="160000"/>
                    </a:srgbClr>
                  </a:gs>
                  <a:gs pos="100000">
                    <a:srgbClr val="00B0F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de-DE" dirty="0">
                    <a:solidFill>
                      <a:schemeClr val="tx1"/>
                    </a:solidFill>
                  </a:rPr>
                  <a:t>API</a:t>
                </a:r>
              </a:p>
            </p:txBody>
          </p:sp>
        </p:grpSp>
      </p:grp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724DEDB-7FAE-D53F-A7B2-A366F44A0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D27D01-01E5-4FC8-B4B9-781E78408F61}" type="slidenum">
              <a:rPr lang="fr-FR" smtClean="0"/>
              <a:t>96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00012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37B8F1F-0867-D243-B219-1CCF89C90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D27D01-01E5-4FC8-B4B9-781E78408F61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C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C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92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_Conception personnalisée">
  <a:themeElements>
    <a:clrScheme name="Benutzerdefiniert 4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09142DD6-A8DC-4FA7-B172-B8C05C9BEE01}"/>
    </a:ext>
  </a:extLst>
</a:theme>
</file>

<file path=ppt/theme/theme2.xml><?xml version="1.0" encoding="utf-8"?>
<a:theme xmlns:a="http://schemas.openxmlformats.org/drawingml/2006/main" name="Thème 1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3.xml><?xml version="1.0" encoding="utf-8"?>
<a:theme xmlns:a="http://schemas.openxmlformats.org/drawingml/2006/main" name="Thème 2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4.xml><?xml version="1.0" encoding="utf-8"?>
<a:theme xmlns:a="http://schemas.openxmlformats.org/drawingml/2006/main" name="Thème 3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5.xml><?xml version="1.0" encoding="utf-8"?>
<a:theme xmlns:a="http://schemas.openxmlformats.org/drawingml/2006/main" name="Thème 4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6.xml><?xml version="1.0" encoding="utf-8"?>
<a:theme xmlns:a="http://schemas.openxmlformats.org/drawingml/2006/main" name="Thème 5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7.xml><?xml version="1.0" encoding="utf-8"?>
<a:theme xmlns:a="http://schemas.openxmlformats.org/drawingml/2006/main" name="Thème 6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8.xml><?xml version="1.0" encoding="utf-8"?>
<a:theme xmlns:a="http://schemas.openxmlformats.org/drawingml/2006/main" name="Thème 7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9.xml><?xml version="1.0" encoding="utf-8"?>
<a:theme xmlns:a="http://schemas.openxmlformats.org/drawingml/2006/main" name="Thème 8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10.xml><?xml version="1.0" encoding="utf-8"?>
<a:theme xmlns:a="http://schemas.openxmlformats.org/drawingml/2006/main" name="Thème 9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11.xml><?xml version="1.0" encoding="utf-8"?>
<a:theme xmlns:a="http://schemas.openxmlformats.org/drawingml/2006/main" name="Thème 10">
  <a:themeElements>
    <a:clrScheme name="SMARTPOCKET 2023 FONCEE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4A4954"/>
      </a:hlink>
      <a:folHlink>
        <a:srgbClr val="9998A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-SMARTPOCKET 2019 V2A" id="{C0318EB1-DC47-4329-8D5A-A4417CE120CC}" vid="{D741C7BA-1D44-4343-968D-86C786239211}"/>
    </a:ext>
  </a:extLst>
</a:theme>
</file>

<file path=ppt/theme/theme12.xml><?xml version="1.0" encoding="utf-8"?>
<a:theme xmlns:a="http://schemas.openxmlformats.org/drawingml/2006/main" name="3_Conception personnalisée">
  <a:themeElements>
    <a:clrScheme name="Benutzerdefiniert 4">
      <a:dk1>
        <a:srgbClr val="2C0000"/>
      </a:dk1>
      <a:lt1>
        <a:sysClr val="window" lastClr="FFFFFF"/>
      </a:lt1>
      <a:dk2>
        <a:srgbClr val="222B3D"/>
      </a:dk2>
      <a:lt2>
        <a:srgbClr val="733909"/>
      </a:lt2>
      <a:accent1>
        <a:srgbClr val="385438"/>
      </a:accent1>
      <a:accent2>
        <a:srgbClr val="C16F61"/>
      </a:accent2>
      <a:accent3>
        <a:srgbClr val="2D0051"/>
      </a:accent3>
      <a:accent4>
        <a:srgbClr val="876300"/>
      </a:accent4>
      <a:accent5>
        <a:srgbClr val="A50062"/>
      </a:accent5>
      <a:accent6>
        <a:srgbClr val="001B71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Folienvorlage_Cegos_Integrata_V6" id="{7AEFDF65-F707-40CA-AC0A-13CFAEEBA2BD}" vid="{5547E877-5BD3-40A3-9932-70CECC86A450}"/>
    </a:ext>
  </a:extLst>
</a:theme>
</file>

<file path=ppt/theme/theme1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2023_Folienvorlage_Cegos_Integrata_V3</Template>
  <TotalTime>0</TotalTime>
  <Words>4780</Words>
  <Application>Microsoft Office PowerPoint</Application>
  <PresentationFormat>Breitbild</PresentationFormat>
  <Paragraphs>988</Paragraphs>
  <Slides>97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12</vt:i4>
      </vt:variant>
      <vt:variant>
        <vt:lpstr>Folientitel</vt:lpstr>
      </vt:variant>
      <vt:variant>
        <vt:i4>97</vt:i4>
      </vt:variant>
    </vt:vector>
  </HeadingPairs>
  <TitlesOfParts>
    <vt:vector size="115" baseType="lpstr">
      <vt:lpstr>Arial</vt:lpstr>
      <vt:lpstr>Calibri</vt:lpstr>
      <vt:lpstr>Courier New</vt:lpstr>
      <vt:lpstr>DejaVu Sans</vt:lpstr>
      <vt:lpstr>Times New Roman</vt:lpstr>
      <vt:lpstr>Wingdings</vt:lpstr>
      <vt:lpstr>2_Conception personnalisée</vt:lpstr>
      <vt:lpstr>Thème 1</vt:lpstr>
      <vt:lpstr>Thème 2</vt:lpstr>
      <vt:lpstr>Thème 3</vt:lpstr>
      <vt:lpstr>Thème 4</vt:lpstr>
      <vt:lpstr>Thème 5</vt:lpstr>
      <vt:lpstr>Thème 6</vt:lpstr>
      <vt:lpstr>Thème 7</vt:lpstr>
      <vt:lpstr>Thème 8</vt:lpstr>
      <vt:lpstr>Thème 9</vt:lpstr>
      <vt:lpstr>Thème 10</vt:lpstr>
      <vt:lpstr>3_Conception personnalisée</vt:lpstr>
      <vt:lpstr>Microservices</vt:lpstr>
      <vt:lpstr>Literatur und Quellen</vt:lpstr>
      <vt:lpstr>Einige Hinweise</vt:lpstr>
      <vt:lpstr>Inhaltsverzeichnis</vt:lpstr>
      <vt:lpstr>1. Einführung</vt:lpstr>
      <vt:lpstr>Eine Anwendung</vt:lpstr>
      <vt:lpstr>Monolith</vt:lpstr>
      <vt:lpstr>Was wäre "besser"?</vt:lpstr>
      <vt:lpstr>Gekapselte Services</vt:lpstr>
      <vt:lpstr>Das API</vt:lpstr>
      <vt:lpstr>Dokumentation ist alles</vt:lpstr>
      <vt:lpstr>Realisierung der API-Beschreibung</vt:lpstr>
      <vt:lpstr>Stereotypen zur Vermeidung von Redundanzen</vt:lpstr>
      <vt:lpstr>Definition der Service-Kommunikation</vt:lpstr>
      <vt:lpstr>Problemstellung</vt:lpstr>
      <vt:lpstr>Architektur mit gemeinsamen Ressourcen</vt:lpstr>
      <vt:lpstr>Definitionen</vt:lpstr>
      <vt:lpstr>Microservices mit gekapselten Ressourcen</vt:lpstr>
      <vt:lpstr>Microservices kompakt</vt:lpstr>
      <vt:lpstr>Warum „Micro“?</vt:lpstr>
      <vt:lpstr>Microservices und Daten-Redundanzen</vt:lpstr>
      <vt:lpstr>Das CAP-Theorem</vt:lpstr>
      <vt:lpstr>Keine gemeinsame Schnittmenge!</vt:lpstr>
      <vt:lpstr>BASE: Ein Schlupfloch</vt:lpstr>
      <vt:lpstr>ACID und BASE</vt:lpstr>
      <vt:lpstr>Synchronisation durch Implementierung</vt:lpstr>
      <vt:lpstr>Synchronisation durch Data Pump</vt:lpstr>
      <vt:lpstr>Synchronisation durch Data Service</vt:lpstr>
      <vt:lpstr>Web Services mit SOAP – Eine Lösung?</vt:lpstr>
      <vt:lpstr>Benutzung von SOAP-basierten  Web Services</vt:lpstr>
      <vt:lpstr>Beispiel eines SOAP-Web Services</vt:lpstr>
      <vt:lpstr>Das Web interessiert sich nicht für SOAP!</vt:lpstr>
      <vt:lpstr>Der Representional State Transfer</vt:lpstr>
      <vt:lpstr>Kern-Konzepte</vt:lpstr>
      <vt:lpstr>Das http-Protokoll</vt:lpstr>
      <vt:lpstr>Elemente der http-Spezifikation</vt:lpstr>
      <vt:lpstr>Elemente der http-Spezifikation II</vt:lpstr>
      <vt:lpstr>MimeTypes</vt:lpstr>
      <vt:lpstr>REST und http</vt:lpstr>
      <vt:lpstr>Mapping REST - http</vt:lpstr>
      <vt:lpstr>Konzeption eines RESTful Services: Neuanlage</vt:lpstr>
      <vt:lpstr>Konzeption eines RESTful Services: Update</vt:lpstr>
      <vt:lpstr>Konzeption eines RESTful Services: Delete</vt:lpstr>
      <vt:lpstr>Service-Beschreibung</vt:lpstr>
      <vt:lpstr>REST Services</vt:lpstr>
      <vt:lpstr>Ein komplett anderer Ansatz: HATEOAS</vt:lpstr>
      <vt:lpstr>Wie groß ist „Micro“</vt:lpstr>
      <vt:lpstr>2. Software-Entwicklung</vt:lpstr>
      <vt:lpstr>Java</vt:lpstr>
      <vt:lpstr>JEE</vt:lpstr>
      <vt:lpstr>Spring Source</vt:lpstr>
      <vt:lpstr>Spring Boot</vt:lpstr>
      <vt:lpstr>Kriterien für den Build-Prozess</vt:lpstr>
      <vt:lpstr>Bestandteile</vt:lpstr>
      <vt:lpstr>Beispiel: Apache Maven</vt:lpstr>
      <vt:lpstr>Build-Prozess für Java-Projekte</vt:lpstr>
      <vt:lpstr>Apache Maven</vt:lpstr>
      <vt:lpstr>Maven-Konfiguration: Das interne Repository</vt:lpstr>
      <vt:lpstr>Maven-Konfiguration: Ausbringen eigener Artefakte</vt:lpstr>
      <vt:lpstr>Weitere Elemente der Parent-POM</vt:lpstr>
      <vt:lpstr>Beispiel: Sonatype Nexus</vt:lpstr>
      <vt:lpstr>Grundsätzliche Organisation</vt:lpstr>
      <vt:lpstr>Konfiguration</vt:lpstr>
      <vt:lpstr>Nexus Maven-Repository</vt:lpstr>
      <vt:lpstr>Problemstellung</vt:lpstr>
      <vt:lpstr>Jolokia</vt:lpstr>
      <vt:lpstr>3. Container für Microservices</vt:lpstr>
      <vt:lpstr>Allgemeines</vt:lpstr>
      <vt:lpstr>Deployment</vt:lpstr>
      <vt:lpstr>Überwachung</vt:lpstr>
      <vt:lpstr>Der Applikationsserver</vt:lpstr>
      <vt:lpstr>Inbound Connectors</vt:lpstr>
      <vt:lpstr>Aufgaben des Inbound Connectors</vt:lpstr>
      <vt:lpstr>JEE Komponenten</vt:lpstr>
      <vt:lpstr>JEE Komponenten</vt:lpstr>
      <vt:lpstr>Outbund Connectors</vt:lpstr>
      <vt:lpstr>Beispiele für Outbound Connectors</vt:lpstr>
      <vt:lpstr>Was ist ein Container?</vt:lpstr>
      <vt:lpstr>Container-Isolation</vt:lpstr>
      <vt:lpstr>Bestandteile</vt:lpstr>
      <vt:lpstr>Docker und (Micro)Services</vt:lpstr>
      <vt:lpstr>Microservices mit Docker-Containern</vt:lpstr>
      <vt:lpstr>Starten eines ersten Containers</vt:lpstr>
      <vt:lpstr>Ausgabe</vt:lpstr>
      <vt:lpstr>Docker-Workflow: 1. und 2. Lauf</vt:lpstr>
      <vt:lpstr>Lebenszyklus des Containers</vt:lpstr>
      <vt:lpstr>Docker im Gesamtbild</vt:lpstr>
      <vt:lpstr>Images und Layers</vt:lpstr>
      <vt:lpstr>Beispiel: Ein Java-Image (https://microbadger.com/images/java)</vt:lpstr>
      <vt:lpstr>Container</vt:lpstr>
      <vt:lpstr>Inter-Container-Kommunikation</vt:lpstr>
      <vt:lpstr>Kommandoreferenz</vt:lpstr>
      <vt:lpstr>Workflow</vt:lpstr>
      <vt:lpstr>Dockerfile für eine Java-Umgebung</vt:lpstr>
      <vt:lpstr>Dockerfile Referenz</vt:lpstr>
      <vt:lpstr>Gekapselte Services mit Docker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Administrator</dc:creator>
  <cp:lastModifiedBy>Mochnatzki, Karin</cp:lastModifiedBy>
  <cp:revision>2880</cp:revision>
  <cp:lastPrinted>1601-01-01T00:00:00Z</cp:lastPrinted>
  <dcterms:created xsi:type="dcterms:W3CDTF">2010-05-30T16:37:45Z</dcterms:created>
  <dcterms:modified xsi:type="dcterms:W3CDTF">2025-12-09T10:56:12Z</dcterms:modified>
</cp:coreProperties>
</file>